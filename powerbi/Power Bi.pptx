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57" r:id="rId16"/>
    <p:sldId id="258"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6" d="100"/>
          <a:sy n="66" d="100"/>
        </p:scale>
        <p:origin x="6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ninfosys comapny" userId="9833a2c59e40ea21" providerId="LiveId" clId="{85243DAB-2BD1-40B3-B9C9-4DAE9AB387F1}"/>
    <pc:docChg chg="custSel addSld modSld">
      <pc:chgData name="pninfosys comapny" userId="9833a2c59e40ea21" providerId="LiveId" clId="{85243DAB-2BD1-40B3-B9C9-4DAE9AB387F1}" dt="2026-09-15T11:44:38.898" v="109"/>
      <pc:docMkLst>
        <pc:docMk/>
      </pc:docMkLst>
      <pc:sldChg chg="modSp mod">
        <pc:chgData name="pninfosys comapny" userId="9833a2c59e40ea21" providerId="LiveId" clId="{85243DAB-2BD1-40B3-B9C9-4DAE9AB387F1}" dt="2026-09-12T05:25:23.838" v="3" actId="113"/>
        <pc:sldMkLst>
          <pc:docMk/>
          <pc:sldMk cId="2790741245" sldId="256"/>
        </pc:sldMkLst>
        <pc:spChg chg="mod">
          <ac:chgData name="pninfosys comapny" userId="9833a2c59e40ea21" providerId="LiveId" clId="{85243DAB-2BD1-40B3-B9C9-4DAE9AB387F1}" dt="2026-09-12T05:25:23.838" v="3" actId="113"/>
          <ac:spMkLst>
            <pc:docMk/>
            <pc:sldMk cId="2790741245" sldId="256"/>
            <ac:spMk id="2" creationId="{7DE2BB98-B0E8-43C9-93F4-2AFD1621AD5F}"/>
          </ac:spMkLst>
        </pc:spChg>
        <pc:spChg chg="mod">
          <ac:chgData name="pninfosys comapny" userId="9833a2c59e40ea21" providerId="LiveId" clId="{85243DAB-2BD1-40B3-B9C9-4DAE9AB387F1}" dt="2026-09-12T05:25:17.327" v="1"/>
          <ac:spMkLst>
            <pc:docMk/>
            <pc:sldMk cId="2790741245" sldId="256"/>
            <ac:spMk id="3" creationId="{F2EDEBDE-A0DB-4F03-8ED9-0DCAECD1B1B4}"/>
          </ac:spMkLst>
        </pc:spChg>
      </pc:sldChg>
      <pc:sldChg chg="modSp new mod">
        <pc:chgData name="pninfosys comapny" userId="9833a2c59e40ea21" providerId="LiveId" clId="{85243DAB-2BD1-40B3-B9C9-4DAE9AB387F1}" dt="2026-09-12T05:27:01.526" v="26" actId="207"/>
        <pc:sldMkLst>
          <pc:docMk/>
          <pc:sldMk cId="1586267712" sldId="257"/>
        </pc:sldMkLst>
        <pc:spChg chg="mod">
          <ac:chgData name="pninfosys comapny" userId="9833a2c59e40ea21" providerId="LiveId" clId="{85243DAB-2BD1-40B3-B9C9-4DAE9AB387F1}" dt="2026-09-12T05:26:18.002" v="15" actId="113"/>
          <ac:spMkLst>
            <pc:docMk/>
            <pc:sldMk cId="1586267712" sldId="257"/>
            <ac:spMk id="2" creationId="{F1A562E3-C813-4B33-95EE-DCEDB422B490}"/>
          </ac:spMkLst>
        </pc:spChg>
        <pc:spChg chg="mod">
          <ac:chgData name="pninfosys comapny" userId="9833a2c59e40ea21" providerId="LiveId" clId="{85243DAB-2BD1-40B3-B9C9-4DAE9AB387F1}" dt="2026-09-12T05:27:01.526" v="26" actId="207"/>
          <ac:spMkLst>
            <pc:docMk/>
            <pc:sldMk cId="1586267712" sldId="257"/>
            <ac:spMk id="3" creationId="{B7343ABF-1640-485D-A953-94DA2BB6BE46}"/>
          </ac:spMkLst>
        </pc:spChg>
      </pc:sldChg>
      <pc:sldChg chg="addSp delSp modSp new mod">
        <pc:chgData name="pninfosys comapny" userId="9833a2c59e40ea21" providerId="LiveId" clId="{85243DAB-2BD1-40B3-B9C9-4DAE9AB387F1}" dt="2026-09-15T11:28:34.536" v="32" actId="20577"/>
        <pc:sldMkLst>
          <pc:docMk/>
          <pc:sldMk cId="588877071" sldId="258"/>
        </pc:sldMkLst>
        <pc:spChg chg="mod">
          <ac:chgData name="pninfosys comapny" userId="9833a2c59e40ea21" providerId="LiveId" clId="{85243DAB-2BD1-40B3-B9C9-4DAE9AB387F1}" dt="2026-09-15T11:28:34.536" v="32" actId="20577"/>
          <ac:spMkLst>
            <pc:docMk/>
            <pc:sldMk cId="588877071" sldId="258"/>
            <ac:spMk id="2" creationId="{4AA504F3-A26F-4322-855E-8447AB39CD4C}"/>
          </ac:spMkLst>
        </pc:spChg>
        <pc:spChg chg="del">
          <ac:chgData name="pninfosys comapny" userId="9833a2c59e40ea21" providerId="LiveId" clId="{85243DAB-2BD1-40B3-B9C9-4DAE9AB387F1}" dt="2026-09-15T11:28:11.173" v="29" actId="22"/>
          <ac:spMkLst>
            <pc:docMk/>
            <pc:sldMk cId="588877071" sldId="258"/>
            <ac:spMk id="3" creationId="{E4DA620F-83C7-496B-98DC-96F1A1F9C102}"/>
          </ac:spMkLst>
        </pc:spChg>
        <pc:picChg chg="add mod ord">
          <ac:chgData name="pninfosys comapny" userId="9833a2c59e40ea21" providerId="LiveId" clId="{85243DAB-2BD1-40B3-B9C9-4DAE9AB387F1}" dt="2026-09-15T11:28:13.016" v="30" actId="1076"/>
          <ac:picMkLst>
            <pc:docMk/>
            <pc:sldMk cId="588877071" sldId="258"/>
            <ac:picMk id="5" creationId="{CD1D1057-0C27-4362-9081-A581E130D964}"/>
          </ac:picMkLst>
        </pc:picChg>
      </pc:sldChg>
      <pc:sldChg chg="modSp new mod">
        <pc:chgData name="pninfosys comapny" userId="9833a2c59e40ea21" providerId="LiveId" clId="{85243DAB-2BD1-40B3-B9C9-4DAE9AB387F1}" dt="2026-09-15T11:35:13.848" v="39" actId="20577"/>
        <pc:sldMkLst>
          <pc:docMk/>
          <pc:sldMk cId="1504908014" sldId="259"/>
        </pc:sldMkLst>
        <pc:spChg chg="mod">
          <ac:chgData name="pninfosys comapny" userId="9833a2c59e40ea21" providerId="LiveId" clId="{85243DAB-2BD1-40B3-B9C9-4DAE9AB387F1}" dt="2026-09-15T11:35:13.848" v="39" actId="20577"/>
          <ac:spMkLst>
            <pc:docMk/>
            <pc:sldMk cId="1504908014" sldId="259"/>
            <ac:spMk id="2" creationId="{5001DDD4-74FD-41B4-B474-11D96B73DB68}"/>
          </ac:spMkLst>
        </pc:spChg>
      </pc:sldChg>
      <pc:sldChg chg="modSp new mod">
        <pc:chgData name="pninfosys comapny" userId="9833a2c59e40ea21" providerId="LiveId" clId="{85243DAB-2BD1-40B3-B9C9-4DAE9AB387F1}" dt="2026-09-15T11:40:25.273" v="56" actId="207"/>
        <pc:sldMkLst>
          <pc:docMk/>
          <pc:sldMk cId="1265679221" sldId="260"/>
        </pc:sldMkLst>
        <pc:spChg chg="mod">
          <ac:chgData name="pninfosys comapny" userId="9833a2c59e40ea21" providerId="LiveId" clId="{85243DAB-2BD1-40B3-B9C9-4DAE9AB387F1}" dt="2026-09-15T11:40:25.273" v="56" actId="207"/>
          <ac:spMkLst>
            <pc:docMk/>
            <pc:sldMk cId="1265679221" sldId="260"/>
            <ac:spMk id="2" creationId="{2B6C10AB-7109-4CAD-BFBC-74A170B9AC5C}"/>
          </ac:spMkLst>
        </pc:spChg>
        <pc:spChg chg="mod">
          <ac:chgData name="pninfosys comapny" userId="9833a2c59e40ea21" providerId="LiveId" clId="{85243DAB-2BD1-40B3-B9C9-4DAE9AB387F1}" dt="2026-09-15T11:39:23.824" v="41"/>
          <ac:spMkLst>
            <pc:docMk/>
            <pc:sldMk cId="1265679221" sldId="260"/>
            <ac:spMk id="3" creationId="{A5252B0B-04F6-49C1-BFEE-4B3288373ADC}"/>
          </ac:spMkLst>
        </pc:spChg>
      </pc:sldChg>
      <pc:sldChg chg="delSp modSp new mod">
        <pc:chgData name="pninfosys comapny" userId="9833a2c59e40ea21" providerId="LiveId" clId="{85243DAB-2BD1-40B3-B9C9-4DAE9AB387F1}" dt="2026-09-15T11:39:53.626" v="47" actId="14100"/>
        <pc:sldMkLst>
          <pc:docMk/>
          <pc:sldMk cId="1695821900" sldId="261"/>
        </pc:sldMkLst>
        <pc:spChg chg="del mod">
          <ac:chgData name="pninfosys comapny" userId="9833a2c59e40ea21" providerId="LiveId" clId="{85243DAB-2BD1-40B3-B9C9-4DAE9AB387F1}" dt="2026-09-15T11:39:49.498" v="46" actId="478"/>
          <ac:spMkLst>
            <pc:docMk/>
            <pc:sldMk cId="1695821900" sldId="261"/>
            <ac:spMk id="2" creationId="{7030E020-3E49-466F-A687-F95867458682}"/>
          </ac:spMkLst>
        </pc:spChg>
        <pc:spChg chg="mod">
          <ac:chgData name="pninfosys comapny" userId="9833a2c59e40ea21" providerId="LiveId" clId="{85243DAB-2BD1-40B3-B9C9-4DAE9AB387F1}" dt="2026-09-15T11:39:53.626" v="47" actId="14100"/>
          <ac:spMkLst>
            <pc:docMk/>
            <pc:sldMk cId="1695821900" sldId="261"/>
            <ac:spMk id="3" creationId="{65FD0FE8-FAED-4BEE-9C56-6E0300D21481}"/>
          </ac:spMkLst>
        </pc:spChg>
      </pc:sldChg>
      <pc:sldChg chg="modSp new mod">
        <pc:chgData name="pninfosys comapny" userId="9833a2c59e40ea21" providerId="LiveId" clId="{85243DAB-2BD1-40B3-B9C9-4DAE9AB387F1}" dt="2026-09-15T11:40:34.328" v="57"/>
        <pc:sldMkLst>
          <pc:docMk/>
          <pc:sldMk cId="2661227627" sldId="262"/>
        </pc:sldMkLst>
        <pc:spChg chg="mod">
          <ac:chgData name="pninfosys comapny" userId="9833a2c59e40ea21" providerId="LiveId" clId="{85243DAB-2BD1-40B3-B9C9-4DAE9AB387F1}" dt="2026-09-15T11:40:14.661" v="51" actId="113"/>
          <ac:spMkLst>
            <pc:docMk/>
            <pc:sldMk cId="2661227627" sldId="262"/>
            <ac:spMk id="2" creationId="{253E6001-CBCC-4575-8454-693C4AE91C47}"/>
          </ac:spMkLst>
        </pc:spChg>
        <pc:spChg chg="mod">
          <ac:chgData name="pninfosys comapny" userId="9833a2c59e40ea21" providerId="LiveId" clId="{85243DAB-2BD1-40B3-B9C9-4DAE9AB387F1}" dt="2026-09-15T11:40:34.328" v="57"/>
          <ac:spMkLst>
            <pc:docMk/>
            <pc:sldMk cId="2661227627" sldId="262"/>
            <ac:spMk id="3" creationId="{4D219F62-6EB0-4579-9AD2-D4C067BBD030}"/>
          </ac:spMkLst>
        </pc:spChg>
      </pc:sldChg>
      <pc:sldChg chg="modSp new mod">
        <pc:chgData name="pninfosys comapny" userId="9833a2c59e40ea21" providerId="LiveId" clId="{85243DAB-2BD1-40B3-B9C9-4DAE9AB387F1}" dt="2026-09-15T11:41:05.704" v="62"/>
        <pc:sldMkLst>
          <pc:docMk/>
          <pc:sldMk cId="2459799623" sldId="263"/>
        </pc:sldMkLst>
        <pc:spChg chg="mod">
          <ac:chgData name="pninfosys comapny" userId="9833a2c59e40ea21" providerId="LiveId" clId="{85243DAB-2BD1-40B3-B9C9-4DAE9AB387F1}" dt="2026-09-15T11:41:01.619" v="61" actId="207"/>
          <ac:spMkLst>
            <pc:docMk/>
            <pc:sldMk cId="2459799623" sldId="263"/>
            <ac:spMk id="2" creationId="{BDF0F9A1-1E15-4970-9C75-4DE3C35C7E83}"/>
          </ac:spMkLst>
        </pc:spChg>
        <pc:spChg chg="mod">
          <ac:chgData name="pninfosys comapny" userId="9833a2c59e40ea21" providerId="LiveId" clId="{85243DAB-2BD1-40B3-B9C9-4DAE9AB387F1}" dt="2026-09-15T11:41:05.704" v="62"/>
          <ac:spMkLst>
            <pc:docMk/>
            <pc:sldMk cId="2459799623" sldId="263"/>
            <ac:spMk id="3" creationId="{B2D0645F-7BA9-49F3-BF6D-EB50FD3B611D}"/>
          </ac:spMkLst>
        </pc:spChg>
      </pc:sldChg>
      <pc:sldChg chg="modSp new mod">
        <pc:chgData name="pninfosys comapny" userId="9833a2c59e40ea21" providerId="LiveId" clId="{85243DAB-2BD1-40B3-B9C9-4DAE9AB387F1}" dt="2026-09-15T11:41:34.763" v="67"/>
        <pc:sldMkLst>
          <pc:docMk/>
          <pc:sldMk cId="2849468428" sldId="264"/>
        </pc:sldMkLst>
        <pc:spChg chg="mod">
          <ac:chgData name="pninfosys comapny" userId="9833a2c59e40ea21" providerId="LiveId" clId="{85243DAB-2BD1-40B3-B9C9-4DAE9AB387F1}" dt="2026-09-15T11:41:30.276" v="66" actId="207"/>
          <ac:spMkLst>
            <pc:docMk/>
            <pc:sldMk cId="2849468428" sldId="264"/>
            <ac:spMk id="2" creationId="{77FA94F8-603B-46B1-802A-CED8ED5984DC}"/>
          </ac:spMkLst>
        </pc:spChg>
        <pc:spChg chg="mod">
          <ac:chgData name="pninfosys comapny" userId="9833a2c59e40ea21" providerId="LiveId" clId="{85243DAB-2BD1-40B3-B9C9-4DAE9AB387F1}" dt="2026-09-15T11:41:34.763" v="67"/>
          <ac:spMkLst>
            <pc:docMk/>
            <pc:sldMk cId="2849468428" sldId="264"/>
            <ac:spMk id="3" creationId="{DAC7ECCA-9336-4B36-8B3F-1650956BC4E8}"/>
          </ac:spMkLst>
        </pc:spChg>
      </pc:sldChg>
      <pc:sldChg chg="modSp new mod">
        <pc:chgData name="pninfosys comapny" userId="9833a2c59e40ea21" providerId="LiveId" clId="{85243DAB-2BD1-40B3-B9C9-4DAE9AB387F1}" dt="2026-09-15T11:42:00.538" v="72"/>
        <pc:sldMkLst>
          <pc:docMk/>
          <pc:sldMk cId="2458470431" sldId="265"/>
        </pc:sldMkLst>
        <pc:spChg chg="mod">
          <ac:chgData name="pninfosys comapny" userId="9833a2c59e40ea21" providerId="LiveId" clId="{85243DAB-2BD1-40B3-B9C9-4DAE9AB387F1}" dt="2026-09-15T11:41:54.820" v="71" actId="207"/>
          <ac:spMkLst>
            <pc:docMk/>
            <pc:sldMk cId="2458470431" sldId="265"/>
            <ac:spMk id="2" creationId="{F552C215-4AE7-42CC-AAAA-BC53D2BF16F4}"/>
          </ac:spMkLst>
        </pc:spChg>
        <pc:spChg chg="mod">
          <ac:chgData name="pninfosys comapny" userId="9833a2c59e40ea21" providerId="LiveId" clId="{85243DAB-2BD1-40B3-B9C9-4DAE9AB387F1}" dt="2026-09-15T11:42:00.538" v="72"/>
          <ac:spMkLst>
            <pc:docMk/>
            <pc:sldMk cId="2458470431" sldId="265"/>
            <ac:spMk id="3" creationId="{B91FE13E-7FAB-4BF7-942D-C77910A14E71}"/>
          </ac:spMkLst>
        </pc:spChg>
      </pc:sldChg>
      <pc:sldChg chg="modSp new mod">
        <pc:chgData name="pninfosys comapny" userId="9833a2c59e40ea21" providerId="LiveId" clId="{85243DAB-2BD1-40B3-B9C9-4DAE9AB387F1}" dt="2026-09-15T11:42:19.569" v="77"/>
        <pc:sldMkLst>
          <pc:docMk/>
          <pc:sldMk cId="3407132323" sldId="266"/>
        </pc:sldMkLst>
        <pc:spChg chg="mod">
          <ac:chgData name="pninfosys comapny" userId="9833a2c59e40ea21" providerId="LiveId" clId="{85243DAB-2BD1-40B3-B9C9-4DAE9AB387F1}" dt="2026-09-15T11:42:15.869" v="76" actId="113"/>
          <ac:spMkLst>
            <pc:docMk/>
            <pc:sldMk cId="3407132323" sldId="266"/>
            <ac:spMk id="2" creationId="{61B93066-0B25-488D-A639-EED35504AC3F}"/>
          </ac:spMkLst>
        </pc:spChg>
        <pc:spChg chg="mod">
          <ac:chgData name="pninfosys comapny" userId="9833a2c59e40ea21" providerId="LiveId" clId="{85243DAB-2BD1-40B3-B9C9-4DAE9AB387F1}" dt="2026-09-15T11:42:19.569" v="77"/>
          <ac:spMkLst>
            <pc:docMk/>
            <pc:sldMk cId="3407132323" sldId="266"/>
            <ac:spMk id="3" creationId="{F0A5C43F-5B86-4AF6-A0B0-E0475B750334}"/>
          </ac:spMkLst>
        </pc:spChg>
      </pc:sldChg>
      <pc:sldChg chg="modSp new mod">
        <pc:chgData name="pninfosys comapny" userId="9833a2c59e40ea21" providerId="LiveId" clId="{85243DAB-2BD1-40B3-B9C9-4DAE9AB387F1}" dt="2026-09-15T11:42:45.094" v="81"/>
        <pc:sldMkLst>
          <pc:docMk/>
          <pc:sldMk cId="2635053246" sldId="267"/>
        </pc:sldMkLst>
        <pc:spChg chg="mod">
          <ac:chgData name="pninfosys comapny" userId="9833a2c59e40ea21" providerId="LiveId" clId="{85243DAB-2BD1-40B3-B9C9-4DAE9AB387F1}" dt="2026-09-15T11:42:40.836" v="80" actId="113"/>
          <ac:spMkLst>
            <pc:docMk/>
            <pc:sldMk cId="2635053246" sldId="267"/>
            <ac:spMk id="2" creationId="{F68BEE48-7F69-417C-9ADD-622403C718B1}"/>
          </ac:spMkLst>
        </pc:spChg>
        <pc:spChg chg="mod">
          <ac:chgData name="pninfosys comapny" userId="9833a2c59e40ea21" providerId="LiveId" clId="{85243DAB-2BD1-40B3-B9C9-4DAE9AB387F1}" dt="2026-09-15T11:42:45.094" v="81"/>
          <ac:spMkLst>
            <pc:docMk/>
            <pc:sldMk cId="2635053246" sldId="267"/>
            <ac:spMk id="3" creationId="{507E870C-8222-4B2B-978C-18253E3CEDF4}"/>
          </ac:spMkLst>
        </pc:spChg>
      </pc:sldChg>
      <pc:sldChg chg="modSp new mod">
        <pc:chgData name="pninfosys comapny" userId="9833a2c59e40ea21" providerId="LiveId" clId="{85243DAB-2BD1-40B3-B9C9-4DAE9AB387F1}" dt="2026-09-15T11:43:06.120" v="87" actId="27636"/>
        <pc:sldMkLst>
          <pc:docMk/>
          <pc:sldMk cId="3332251578" sldId="268"/>
        </pc:sldMkLst>
        <pc:spChg chg="mod">
          <ac:chgData name="pninfosys comapny" userId="9833a2c59e40ea21" providerId="LiveId" clId="{85243DAB-2BD1-40B3-B9C9-4DAE9AB387F1}" dt="2026-09-15T11:43:01.961" v="85" actId="113"/>
          <ac:spMkLst>
            <pc:docMk/>
            <pc:sldMk cId="3332251578" sldId="268"/>
            <ac:spMk id="2" creationId="{481079DD-7792-4D6D-866D-4941E5391AA1}"/>
          </ac:spMkLst>
        </pc:spChg>
        <pc:spChg chg="mod">
          <ac:chgData name="pninfosys comapny" userId="9833a2c59e40ea21" providerId="LiveId" clId="{85243DAB-2BD1-40B3-B9C9-4DAE9AB387F1}" dt="2026-09-15T11:43:06.120" v="87" actId="27636"/>
          <ac:spMkLst>
            <pc:docMk/>
            <pc:sldMk cId="3332251578" sldId="268"/>
            <ac:spMk id="3" creationId="{1ABF71CE-77B7-4C47-8202-0489601AA141}"/>
          </ac:spMkLst>
        </pc:spChg>
      </pc:sldChg>
      <pc:sldChg chg="modSp new mod">
        <pc:chgData name="pninfosys comapny" userId="9833a2c59e40ea21" providerId="LiveId" clId="{85243DAB-2BD1-40B3-B9C9-4DAE9AB387F1}" dt="2026-09-15T11:43:29.124" v="93"/>
        <pc:sldMkLst>
          <pc:docMk/>
          <pc:sldMk cId="3723159714" sldId="269"/>
        </pc:sldMkLst>
        <pc:spChg chg="mod">
          <ac:chgData name="pninfosys comapny" userId="9833a2c59e40ea21" providerId="LiveId" clId="{85243DAB-2BD1-40B3-B9C9-4DAE9AB387F1}" dt="2026-09-15T11:43:22.238" v="92" actId="14100"/>
          <ac:spMkLst>
            <pc:docMk/>
            <pc:sldMk cId="3723159714" sldId="269"/>
            <ac:spMk id="2" creationId="{B31CB0A6-17BA-4C4D-A6CD-6461BFB1AF17}"/>
          </ac:spMkLst>
        </pc:spChg>
        <pc:spChg chg="mod">
          <ac:chgData name="pninfosys comapny" userId="9833a2c59e40ea21" providerId="LiveId" clId="{85243DAB-2BD1-40B3-B9C9-4DAE9AB387F1}" dt="2026-09-15T11:43:29.124" v="93"/>
          <ac:spMkLst>
            <pc:docMk/>
            <pc:sldMk cId="3723159714" sldId="269"/>
            <ac:spMk id="3" creationId="{B3849D0F-CEAA-40D0-BD8B-87FABBCA4D31}"/>
          </ac:spMkLst>
        </pc:spChg>
      </pc:sldChg>
      <pc:sldChg chg="modSp new mod">
        <pc:chgData name="pninfosys comapny" userId="9833a2c59e40ea21" providerId="LiveId" clId="{85243DAB-2BD1-40B3-B9C9-4DAE9AB387F1}" dt="2026-09-15T11:43:57.066" v="99"/>
        <pc:sldMkLst>
          <pc:docMk/>
          <pc:sldMk cId="2527255422" sldId="270"/>
        </pc:sldMkLst>
        <pc:spChg chg="mod">
          <ac:chgData name="pninfosys comapny" userId="9833a2c59e40ea21" providerId="LiveId" clId="{85243DAB-2BD1-40B3-B9C9-4DAE9AB387F1}" dt="2026-09-15T11:43:50.599" v="98" actId="14100"/>
          <ac:spMkLst>
            <pc:docMk/>
            <pc:sldMk cId="2527255422" sldId="270"/>
            <ac:spMk id="2" creationId="{BE88173E-1796-4144-9F81-4AAA49F9D671}"/>
          </ac:spMkLst>
        </pc:spChg>
        <pc:spChg chg="mod">
          <ac:chgData name="pninfosys comapny" userId="9833a2c59e40ea21" providerId="LiveId" clId="{85243DAB-2BD1-40B3-B9C9-4DAE9AB387F1}" dt="2026-09-15T11:43:57.066" v="99"/>
          <ac:spMkLst>
            <pc:docMk/>
            <pc:sldMk cId="2527255422" sldId="270"/>
            <ac:spMk id="3" creationId="{335F27D8-ADBB-44A1-9DA0-00B5BABF97E9}"/>
          </ac:spMkLst>
        </pc:spChg>
      </pc:sldChg>
      <pc:sldChg chg="modSp new mod">
        <pc:chgData name="pninfosys comapny" userId="9833a2c59e40ea21" providerId="LiveId" clId="{85243DAB-2BD1-40B3-B9C9-4DAE9AB387F1}" dt="2026-09-15T11:44:29.137" v="107" actId="255"/>
        <pc:sldMkLst>
          <pc:docMk/>
          <pc:sldMk cId="3926485289" sldId="271"/>
        </pc:sldMkLst>
        <pc:spChg chg="mod">
          <ac:chgData name="pninfosys comapny" userId="9833a2c59e40ea21" providerId="LiveId" clId="{85243DAB-2BD1-40B3-B9C9-4DAE9AB387F1}" dt="2026-09-15T11:44:29.137" v="107" actId="255"/>
          <ac:spMkLst>
            <pc:docMk/>
            <pc:sldMk cId="3926485289" sldId="271"/>
            <ac:spMk id="2" creationId="{198A049F-3049-4ECD-9995-3BCCA6CF1555}"/>
          </ac:spMkLst>
        </pc:spChg>
        <pc:spChg chg="mod">
          <ac:chgData name="pninfosys comapny" userId="9833a2c59e40ea21" providerId="LiveId" clId="{85243DAB-2BD1-40B3-B9C9-4DAE9AB387F1}" dt="2026-09-15T11:44:19.731" v="106" actId="27636"/>
          <ac:spMkLst>
            <pc:docMk/>
            <pc:sldMk cId="3926485289" sldId="271"/>
            <ac:spMk id="3" creationId="{14D1F27F-BDF7-405B-BF72-373AE031EF71}"/>
          </ac:spMkLst>
        </pc:spChg>
      </pc:sldChg>
      <pc:sldChg chg="modSp new mod">
        <pc:chgData name="pninfosys comapny" userId="9833a2c59e40ea21" providerId="LiveId" clId="{85243DAB-2BD1-40B3-B9C9-4DAE9AB387F1}" dt="2026-09-15T11:44:38.898" v="109"/>
        <pc:sldMkLst>
          <pc:docMk/>
          <pc:sldMk cId="3791651821" sldId="272"/>
        </pc:sldMkLst>
        <pc:spChg chg="mod">
          <ac:chgData name="pninfosys comapny" userId="9833a2c59e40ea21" providerId="LiveId" clId="{85243DAB-2BD1-40B3-B9C9-4DAE9AB387F1}" dt="2026-09-15T11:44:38.898" v="109"/>
          <ac:spMkLst>
            <pc:docMk/>
            <pc:sldMk cId="3791651821" sldId="272"/>
            <ac:spMk id="3" creationId="{591798EA-5691-450A-9F57-ACAB4268D1C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196C4-DE03-49D1-B0BA-FC40E0F8F02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7A3878F-B9AD-4A58-9756-9D5CA4087B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09EC36A-78AA-4C20-8391-097D707AEF41}"/>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5" name="Footer Placeholder 4">
            <a:extLst>
              <a:ext uri="{FF2B5EF4-FFF2-40B4-BE49-F238E27FC236}">
                <a16:creationId xmlns:a16="http://schemas.microsoft.com/office/drawing/2014/main" id="{0C20BC98-38E7-4C7E-A28D-C4D5DA8625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B27FE7-CFA9-4932-8E9C-42A36541B174}"/>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123452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ECDC1-D744-4805-9A3E-BB9D85B33C5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A227B0-25A9-4824-A516-9C69BA93FDD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7E6017-BD58-4F8E-9F2D-AAC2B87B5CE8}"/>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5" name="Footer Placeholder 4">
            <a:extLst>
              <a:ext uri="{FF2B5EF4-FFF2-40B4-BE49-F238E27FC236}">
                <a16:creationId xmlns:a16="http://schemas.microsoft.com/office/drawing/2014/main" id="{A4C3D267-B2AC-47BB-B0F3-BDDB84030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3EA0F5-C95C-4D17-818C-261F2DD0777D}"/>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18736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10EAD-B1D0-4682-9B10-8D0605AC812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747FBC2-F03F-454B-B5FE-FB622D9D8F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C538C07-C83C-4DB9-A376-7368C05ECBF4}"/>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5" name="Footer Placeholder 4">
            <a:extLst>
              <a:ext uri="{FF2B5EF4-FFF2-40B4-BE49-F238E27FC236}">
                <a16:creationId xmlns:a16="http://schemas.microsoft.com/office/drawing/2014/main" id="{23FB3A12-8895-4693-8C5E-84F049B9E3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A65397-1950-44CF-A336-84D60BF85A88}"/>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146343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96661-F1DB-41F6-91A9-20D8C09A455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2A2DE0B-B047-4474-A367-FF49EE1E1D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EF92680-E2BE-49D3-BB28-AD0105F5090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E08C0FA-253C-41C4-BB2C-66F537CF401B}"/>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6" name="Footer Placeholder 5">
            <a:extLst>
              <a:ext uri="{FF2B5EF4-FFF2-40B4-BE49-F238E27FC236}">
                <a16:creationId xmlns:a16="http://schemas.microsoft.com/office/drawing/2014/main" id="{8EC81DD2-CC8E-43EA-927E-F824162E9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433EB8-A76D-4C34-A7E0-77AC4AABF8C2}"/>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2962085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8DB8-43EE-4144-8FAA-0CEC2DEE0E7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75F7CE-F3A7-46E0-91FC-80490798F7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262E9F-DE39-4D86-B5EB-7C53D1BF0F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DCE42A0-5977-4A03-9231-C1D613B3A7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375736B-0D29-4B38-81D1-4314E026AD4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CC3CAEB-D429-46AB-A79A-8EF255C3DC33}"/>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8" name="Footer Placeholder 7">
            <a:extLst>
              <a:ext uri="{FF2B5EF4-FFF2-40B4-BE49-F238E27FC236}">
                <a16:creationId xmlns:a16="http://schemas.microsoft.com/office/drawing/2014/main" id="{7782ED62-3FC7-4F5F-9589-E298E54107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F70F62-A64A-4762-B3C8-02C34837B0DB}"/>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579720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8E187-7831-45A2-9B71-1084C588C50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2B40770-A82E-47E0-BB14-5511B419268A}"/>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4" name="Footer Placeholder 3">
            <a:extLst>
              <a:ext uri="{FF2B5EF4-FFF2-40B4-BE49-F238E27FC236}">
                <a16:creationId xmlns:a16="http://schemas.microsoft.com/office/drawing/2014/main" id="{F598EE33-4114-4B72-938D-9CBEF58B32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F64808-05CD-40C5-8A7D-2D9F3D9E41A8}"/>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783056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3A07E-6B8F-4C34-A23D-B6F22F0F50D3}"/>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3" name="Footer Placeholder 2">
            <a:extLst>
              <a:ext uri="{FF2B5EF4-FFF2-40B4-BE49-F238E27FC236}">
                <a16:creationId xmlns:a16="http://schemas.microsoft.com/office/drawing/2014/main" id="{B9E19875-3CE9-470B-B88A-4794A75111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B2C3FB-74C8-45FC-B7E8-80F766E4F2B9}"/>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16531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B7C87-66DB-4E6F-94C9-A4670E983E1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3E49421-58F7-4421-8CA9-9679B5D03D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59CB33B-DD2F-49F6-B215-93B0FE0BE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A1D4B8-C099-45EB-AECE-BC3B6E9152DE}"/>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6" name="Footer Placeholder 5">
            <a:extLst>
              <a:ext uri="{FF2B5EF4-FFF2-40B4-BE49-F238E27FC236}">
                <a16:creationId xmlns:a16="http://schemas.microsoft.com/office/drawing/2014/main" id="{01381977-49E6-4080-A83E-4420FA81F0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3062CB-8E4C-4697-ADB3-5787CA6A6FA0}"/>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49129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87A0-ECE4-4954-BE00-72B3DD9CB8D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46C4866-BB2B-43D4-B612-A5057C69A0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1C936D-1C79-4603-AB1E-E1AE1AA62A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E14A16F-2801-4868-A9D0-F7F5FAB8E2EC}"/>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6" name="Footer Placeholder 5">
            <a:extLst>
              <a:ext uri="{FF2B5EF4-FFF2-40B4-BE49-F238E27FC236}">
                <a16:creationId xmlns:a16="http://schemas.microsoft.com/office/drawing/2014/main" id="{7D30D247-727B-4B7B-A4A6-E05A32131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8A3E4D-2182-47EE-A004-275862E8B426}"/>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2176063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50F30-8D76-4923-AD8F-9671144AE21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F87B4CA-7478-4D4D-8671-F5C86340688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ED28643-900E-4E8F-A59B-A88139E8EBAD}"/>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5" name="Footer Placeholder 4">
            <a:extLst>
              <a:ext uri="{FF2B5EF4-FFF2-40B4-BE49-F238E27FC236}">
                <a16:creationId xmlns:a16="http://schemas.microsoft.com/office/drawing/2014/main" id="{62735589-69FD-4478-97E3-BE225D724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E84E7-3463-4CE5-A5D3-0EB845F2C17A}"/>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1291148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0DF43C-3092-49F9-9567-863F049B224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DC05FAA-C344-451C-925F-6DCF5499F46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13142A-5D27-4368-8559-724DB323C3AC}"/>
              </a:ext>
            </a:extLst>
          </p:cNvPr>
          <p:cNvSpPr>
            <a:spLocks noGrp="1"/>
          </p:cNvSpPr>
          <p:nvPr>
            <p:ph type="dt" sz="half" idx="10"/>
          </p:nvPr>
        </p:nvSpPr>
        <p:spPr/>
        <p:txBody>
          <a:bodyPr/>
          <a:lstStyle/>
          <a:p>
            <a:fld id="{62886EC4-8D4D-4702-A792-DC5483CB43BC}" type="datetimeFigureOut">
              <a:rPr lang="en-US" smtClean="0"/>
              <a:t>9/15/2026</a:t>
            </a:fld>
            <a:endParaRPr lang="en-US"/>
          </a:p>
        </p:txBody>
      </p:sp>
      <p:sp>
        <p:nvSpPr>
          <p:cNvPr id="5" name="Footer Placeholder 4">
            <a:extLst>
              <a:ext uri="{FF2B5EF4-FFF2-40B4-BE49-F238E27FC236}">
                <a16:creationId xmlns:a16="http://schemas.microsoft.com/office/drawing/2014/main" id="{B1936349-4B24-428D-9D81-37374B626C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D8BBD-99AA-4D75-9EC4-554FDEA214D1}"/>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2861954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8B9626-C53E-47B1-B49E-99D0CED187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2E37B85-D1A2-4DDD-9E69-236520651A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213E69-445B-4582-9DCF-C9273869E3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86EC4-8D4D-4702-A792-DC5483CB43BC}" type="datetimeFigureOut">
              <a:rPr lang="en-US" smtClean="0"/>
              <a:t>9/15/2026</a:t>
            </a:fld>
            <a:endParaRPr lang="en-US"/>
          </a:p>
        </p:txBody>
      </p:sp>
      <p:sp>
        <p:nvSpPr>
          <p:cNvPr id="5" name="Footer Placeholder 4">
            <a:extLst>
              <a:ext uri="{FF2B5EF4-FFF2-40B4-BE49-F238E27FC236}">
                <a16:creationId xmlns:a16="http://schemas.microsoft.com/office/drawing/2014/main" id="{8BE0A714-EF26-485B-B0CC-EF3CC95095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355363-9884-431A-8E74-AE71435152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7A7CEC-79BC-4AF2-A6B6-2A702CBBE68F}" type="slidenum">
              <a:rPr lang="en-US" smtClean="0"/>
              <a:t>‹#›</a:t>
            </a:fld>
            <a:endParaRPr lang="en-US"/>
          </a:p>
        </p:txBody>
      </p:sp>
    </p:spTree>
    <p:extLst>
      <p:ext uri="{BB962C8B-B14F-4D97-AF65-F5344CB8AC3E}">
        <p14:creationId xmlns:p14="http://schemas.microsoft.com/office/powerpoint/2010/main" val="18705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2BB98-B0E8-43C9-93F4-2AFD1621AD5F}"/>
              </a:ext>
            </a:extLst>
          </p:cNvPr>
          <p:cNvSpPr>
            <a:spLocks noGrp="1"/>
          </p:cNvSpPr>
          <p:nvPr>
            <p:ph type="ctrTitle"/>
          </p:nvPr>
        </p:nvSpPr>
        <p:spPr/>
        <p:txBody>
          <a:bodyPr/>
          <a:lstStyle/>
          <a:p>
            <a:r>
              <a:rPr lang="en-US" b="1" dirty="0">
                <a:solidFill>
                  <a:srgbClr val="FF0000"/>
                </a:solidFill>
              </a:rPr>
              <a:t>Power Bi</a:t>
            </a:r>
          </a:p>
        </p:txBody>
      </p:sp>
      <p:sp>
        <p:nvSpPr>
          <p:cNvPr id="3" name="Subtitle 2">
            <a:extLst>
              <a:ext uri="{FF2B5EF4-FFF2-40B4-BE49-F238E27FC236}">
                <a16:creationId xmlns:a16="http://schemas.microsoft.com/office/drawing/2014/main" id="{F2EDEBDE-A0DB-4F03-8ED9-0DCAECD1B1B4}"/>
              </a:ext>
            </a:extLst>
          </p:cNvPr>
          <p:cNvSpPr>
            <a:spLocks noGrp="1"/>
          </p:cNvSpPr>
          <p:nvPr>
            <p:ph type="subTitle" idx="1"/>
          </p:nvPr>
        </p:nvSpPr>
        <p:spPr/>
        <p:txBody>
          <a:bodyPr/>
          <a:lstStyle/>
          <a:p>
            <a:r>
              <a:rPr lang="en-US" b="1" dirty="0"/>
              <a:t>Power BI</a:t>
            </a:r>
            <a:r>
              <a:rPr lang="en-US" dirty="0"/>
              <a:t> Microsoft ka </a:t>
            </a:r>
            <a:r>
              <a:rPr lang="en-US" dirty="0" err="1"/>
              <a:t>ek</a:t>
            </a:r>
            <a:r>
              <a:rPr lang="en-US" dirty="0"/>
              <a:t> </a:t>
            </a:r>
            <a:r>
              <a:rPr lang="en-US" b="1" dirty="0"/>
              <a:t>Data Visualization aur Business Intelligence tool</a:t>
            </a:r>
            <a:r>
              <a:rPr lang="en-US" dirty="0"/>
              <a:t> </a:t>
            </a:r>
            <a:r>
              <a:rPr lang="en-US" dirty="0" err="1"/>
              <a:t>hai</a:t>
            </a:r>
            <a:r>
              <a:rPr lang="en-US" dirty="0"/>
              <a:t>.</a:t>
            </a:r>
          </a:p>
        </p:txBody>
      </p:sp>
    </p:spTree>
    <p:extLst>
      <p:ext uri="{BB962C8B-B14F-4D97-AF65-F5344CB8AC3E}">
        <p14:creationId xmlns:p14="http://schemas.microsoft.com/office/powerpoint/2010/main" val="2790741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10AB-7109-4CAD-BFBC-74A170B9AC5C}"/>
              </a:ext>
            </a:extLst>
          </p:cNvPr>
          <p:cNvSpPr>
            <a:spLocks noGrp="1"/>
          </p:cNvSpPr>
          <p:nvPr>
            <p:ph type="title"/>
          </p:nvPr>
        </p:nvSpPr>
        <p:spPr/>
        <p:txBody>
          <a:bodyPr/>
          <a:lstStyle/>
          <a:p>
            <a:r>
              <a:rPr lang="en-US" b="1" dirty="0">
                <a:solidFill>
                  <a:srgbClr val="FF0000"/>
                </a:solidFill>
              </a:rPr>
              <a:t>Power bi</a:t>
            </a:r>
          </a:p>
        </p:txBody>
      </p:sp>
      <p:sp>
        <p:nvSpPr>
          <p:cNvPr id="3" name="Content Placeholder 2">
            <a:extLst>
              <a:ext uri="{FF2B5EF4-FFF2-40B4-BE49-F238E27FC236}">
                <a16:creationId xmlns:a16="http://schemas.microsoft.com/office/drawing/2014/main" id="{A5252B0B-04F6-49C1-BFEE-4B3288373ADC}"/>
              </a:ext>
            </a:extLst>
          </p:cNvPr>
          <p:cNvSpPr>
            <a:spLocks noGrp="1"/>
          </p:cNvSpPr>
          <p:nvPr>
            <p:ph idx="1"/>
          </p:nvPr>
        </p:nvSpPr>
        <p:spPr/>
        <p:txBody>
          <a:bodyPr/>
          <a:lstStyle/>
          <a:p>
            <a:r>
              <a:rPr lang="en-US" dirty="0"/>
              <a:t>Power BI is a data visualization and business analytics tool developed by Microsoft. It allows users to connect to various data sources like Excel, SQL, or cloud services, clean and transform the data, and then create charts, graphs, and dashboards. These insights help businesses make better decisions.</a:t>
            </a:r>
          </a:p>
          <a:p>
            <a:endParaRPr lang="en-US" dirty="0"/>
          </a:p>
        </p:txBody>
      </p:sp>
    </p:spTree>
    <p:extLst>
      <p:ext uri="{BB962C8B-B14F-4D97-AF65-F5344CB8AC3E}">
        <p14:creationId xmlns:p14="http://schemas.microsoft.com/office/powerpoint/2010/main" val="126567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FD0FE8-FAED-4BEE-9C56-6E0300D21481}"/>
              </a:ext>
            </a:extLst>
          </p:cNvPr>
          <p:cNvSpPr>
            <a:spLocks noGrp="1"/>
          </p:cNvSpPr>
          <p:nvPr>
            <p:ph idx="1"/>
          </p:nvPr>
        </p:nvSpPr>
        <p:spPr>
          <a:xfrm>
            <a:off x="630455" y="380198"/>
            <a:ext cx="10723345" cy="5796765"/>
          </a:xfrm>
        </p:spPr>
        <p:txBody>
          <a:bodyPr/>
          <a:lstStyle/>
          <a:p>
            <a:r>
              <a:rPr lang="en-US" dirty="0"/>
              <a:t>Power BI Microsoft </a:t>
            </a:r>
            <a:r>
              <a:rPr lang="hi-IN" dirty="0"/>
              <a:t>का एक </a:t>
            </a:r>
            <a:r>
              <a:rPr lang="en-US" dirty="0"/>
              <a:t>Business Intelligence </a:t>
            </a:r>
            <a:r>
              <a:rPr lang="hi-IN" dirty="0"/>
              <a:t>टूल है, जो अलग–अलग </a:t>
            </a:r>
            <a:r>
              <a:rPr lang="en-US" dirty="0"/>
              <a:t>sources </a:t>
            </a:r>
            <a:r>
              <a:rPr lang="hi-IN" dirty="0"/>
              <a:t>से </a:t>
            </a:r>
            <a:r>
              <a:rPr lang="en-US" dirty="0"/>
              <a:t>data </a:t>
            </a:r>
            <a:r>
              <a:rPr lang="hi-IN" dirty="0"/>
              <a:t>लेकर उसे </a:t>
            </a:r>
            <a:r>
              <a:rPr lang="en-US" dirty="0"/>
              <a:t>analyze </a:t>
            </a:r>
            <a:r>
              <a:rPr lang="hi-IN" dirty="0"/>
              <a:t>करता है और </a:t>
            </a:r>
            <a:r>
              <a:rPr lang="en-US" dirty="0"/>
              <a:t>interactive reports </a:t>
            </a:r>
            <a:r>
              <a:rPr lang="hi-IN" dirty="0"/>
              <a:t>व </a:t>
            </a:r>
            <a:r>
              <a:rPr lang="en-US" dirty="0"/>
              <a:t>dashboards </a:t>
            </a:r>
            <a:r>
              <a:rPr lang="hi-IN" dirty="0"/>
              <a:t>बनाने में मदद करता है।</a:t>
            </a:r>
            <a:endParaRPr lang="en-US" dirty="0"/>
          </a:p>
          <a:p>
            <a:endParaRPr lang="en-US" dirty="0"/>
          </a:p>
          <a:p>
            <a:r>
              <a:rPr lang="en-US" dirty="0"/>
              <a:t>Power BI </a:t>
            </a:r>
            <a:r>
              <a:rPr lang="hi-IN" dirty="0"/>
              <a:t>एक </a:t>
            </a:r>
            <a:r>
              <a:rPr lang="en-US" dirty="0"/>
              <a:t>data visualization </a:t>
            </a:r>
            <a:r>
              <a:rPr lang="hi-IN" dirty="0"/>
              <a:t>और </a:t>
            </a:r>
            <a:r>
              <a:rPr lang="en-US" dirty="0"/>
              <a:t>business analytics tool </a:t>
            </a:r>
            <a:r>
              <a:rPr lang="hi-IN" dirty="0"/>
              <a:t>है। इसके जरिए हम </a:t>
            </a:r>
            <a:r>
              <a:rPr lang="en-US" dirty="0"/>
              <a:t>Excel, SQL, MySQL, PostgreSQL </a:t>
            </a:r>
            <a:r>
              <a:rPr lang="hi-IN" dirty="0"/>
              <a:t>और </a:t>
            </a:r>
            <a:r>
              <a:rPr lang="en-US" dirty="0"/>
              <a:t>cloud services </a:t>
            </a:r>
            <a:r>
              <a:rPr lang="hi-IN" dirty="0"/>
              <a:t>से </a:t>
            </a:r>
            <a:r>
              <a:rPr lang="en-US" dirty="0"/>
              <a:t>data connect </a:t>
            </a:r>
            <a:r>
              <a:rPr lang="hi-IN" dirty="0"/>
              <a:t>कर सकते हैं। फिर </a:t>
            </a:r>
            <a:r>
              <a:rPr lang="en-US" dirty="0"/>
              <a:t>data </a:t>
            </a:r>
            <a:r>
              <a:rPr lang="hi-IN" dirty="0"/>
              <a:t>को </a:t>
            </a:r>
            <a:r>
              <a:rPr lang="en-US" dirty="0"/>
              <a:t>clean </a:t>
            </a:r>
            <a:r>
              <a:rPr lang="hi-IN" dirty="0"/>
              <a:t>व </a:t>
            </a:r>
            <a:r>
              <a:rPr lang="en-US" dirty="0"/>
              <a:t>transform </a:t>
            </a:r>
            <a:r>
              <a:rPr lang="hi-IN" dirty="0"/>
              <a:t>करके </a:t>
            </a:r>
            <a:r>
              <a:rPr lang="en-US" dirty="0"/>
              <a:t>charts, graphs </a:t>
            </a:r>
            <a:r>
              <a:rPr lang="hi-IN" dirty="0"/>
              <a:t>और </a:t>
            </a:r>
            <a:r>
              <a:rPr lang="en-US" dirty="0"/>
              <a:t>dashboards </a:t>
            </a:r>
            <a:r>
              <a:rPr lang="hi-IN" dirty="0"/>
              <a:t>बना सकते हैं, जिससे </a:t>
            </a:r>
            <a:r>
              <a:rPr lang="en-US" dirty="0"/>
              <a:t>business decisions </a:t>
            </a:r>
            <a:r>
              <a:rPr lang="hi-IN" dirty="0"/>
              <a:t>लेना आसान हो जाता है।</a:t>
            </a:r>
            <a:endParaRPr lang="en-US" dirty="0"/>
          </a:p>
          <a:p>
            <a:endParaRPr lang="en-US" dirty="0"/>
          </a:p>
        </p:txBody>
      </p:sp>
    </p:spTree>
    <p:extLst>
      <p:ext uri="{BB962C8B-B14F-4D97-AF65-F5344CB8AC3E}">
        <p14:creationId xmlns:p14="http://schemas.microsoft.com/office/powerpoint/2010/main" val="1695821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E6001-CBCC-4575-8454-693C4AE91C47}"/>
              </a:ext>
            </a:extLst>
          </p:cNvPr>
          <p:cNvSpPr>
            <a:spLocks noGrp="1"/>
          </p:cNvSpPr>
          <p:nvPr>
            <p:ph type="title"/>
          </p:nvPr>
        </p:nvSpPr>
        <p:spPr/>
        <p:txBody>
          <a:bodyPr/>
          <a:lstStyle/>
          <a:p>
            <a:r>
              <a:rPr lang="en-US" b="1" dirty="0">
                <a:solidFill>
                  <a:srgbClr val="FF0000"/>
                </a:solidFill>
              </a:rPr>
              <a:t>Power BI </a:t>
            </a:r>
            <a:r>
              <a:rPr lang="en-US" b="1" dirty="0" err="1">
                <a:solidFill>
                  <a:srgbClr val="FF0000"/>
                </a:solidFill>
              </a:rPr>
              <a:t>kya</a:t>
            </a:r>
            <a:r>
              <a:rPr lang="en-US" b="1" dirty="0">
                <a:solidFill>
                  <a:srgbClr val="FF0000"/>
                </a:solidFill>
              </a:rPr>
              <a:t> </a:t>
            </a:r>
            <a:r>
              <a:rPr lang="en-US" b="1" dirty="0" err="1">
                <a:solidFill>
                  <a:srgbClr val="FF0000"/>
                </a:solidFill>
              </a:rPr>
              <a:t>hai</a:t>
            </a:r>
            <a:r>
              <a:rPr lang="en-US" b="1" dirty="0">
                <a:solidFill>
                  <a:srgbClr val="FF0000"/>
                </a:solidFill>
              </a:rPr>
              <a:t>?</a:t>
            </a:r>
          </a:p>
        </p:txBody>
      </p:sp>
      <p:sp>
        <p:nvSpPr>
          <p:cNvPr id="3" name="Content Placeholder 2">
            <a:extLst>
              <a:ext uri="{FF2B5EF4-FFF2-40B4-BE49-F238E27FC236}">
                <a16:creationId xmlns:a16="http://schemas.microsoft.com/office/drawing/2014/main" id="{4D219F62-6EB0-4579-9AD2-D4C067BBD030}"/>
              </a:ext>
            </a:extLst>
          </p:cNvPr>
          <p:cNvSpPr>
            <a:spLocks noGrp="1"/>
          </p:cNvSpPr>
          <p:nvPr>
            <p:ph idx="1"/>
          </p:nvPr>
        </p:nvSpPr>
        <p:spPr/>
        <p:txBody>
          <a:bodyPr/>
          <a:lstStyle/>
          <a:p>
            <a:r>
              <a:rPr lang="en-US" dirty="0"/>
              <a:t>Power BI Microsoft ka </a:t>
            </a:r>
            <a:r>
              <a:rPr lang="en-US" dirty="0" err="1"/>
              <a:t>ek</a:t>
            </a:r>
            <a:r>
              <a:rPr lang="en-US" dirty="0"/>
              <a:t> Business Intelligence aur data visualization tool </a:t>
            </a:r>
            <a:r>
              <a:rPr lang="en-US" dirty="0" err="1"/>
              <a:t>hai</a:t>
            </a:r>
            <a:r>
              <a:rPr lang="en-US" dirty="0"/>
              <a:t>, </a:t>
            </a:r>
            <a:r>
              <a:rPr lang="en-US" dirty="0" err="1"/>
              <a:t>jisse</a:t>
            </a:r>
            <a:r>
              <a:rPr lang="en-US" dirty="0"/>
              <a:t> hum data ko analyze </a:t>
            </a:r>
            <a:r>
              <a:rPr lang="en-US" dirty="0" err="1"/>
              <a:t>karke</a:t>
            </a:r>
            <a:r>
              <a:rPr lang="en-US" dirty="0"/>
              <a:t> interactive reports aur dashboards </a:t>
            </a:r>
            <a:r>
              <a:rPr lang="en-US" dirty="0" err="1"/>
              <a:t>bana</a:t>
            </a:r>
            <a:r>
              <a:rPr lang="en-US" dirty="0"/>
              <a:t> </a:t>
            </a:r>
            <a:r>
              <a:rPr lang="en-US" dirty="0" err="1"/>
              <a:t>sakte</a:t>
            </a:r>
            <a:r>
              <a:rPr lang="en-US" dirty="0"/>
              <a:t> </a:t>
            </a:r>
            <a:r>
              <a:rPr lang="en-US" dirty="0" err="1"/>
              <a:t>hain</a:t>
            </a:r>
            <a:r>
              <a:rPr lang="en-US" dirty="0"/>
              <a:t>.</a:t>
            </a:r>
          </a:p>
          <a:p>
            <a:endParaRPr lang="en-US" dirty="0"/>
          </a:p>
        </p:txBody>
      </p:sp>
    </p:spTree>
    <p:extLst>
      <p:ext uri="{BB962C8B-B14F-4D97-AF65-F5344CB8AC3E}">
        <p14:creationId xmlns:p14="http://schemas.microsoft.com/office/powerpoint/2010/main" val="2661227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F9A1-1E15-4970-9C75-4DE3C35C7E83}"/>
              </a:ext>
            </a:extLst>
          </p:cNvPr>
          <p:cNvSpPr>
            <a:spLocks noGrp="1"/>
          </p:cNvSpPr>
          <p:nvPr>
            <p:ph type="title"/>
          </p:nvPr>
        </p:nvSpPr>
        <p:spPr/>
        <p:txBody>
          <a:bodyPr/>
          <a:lstStyle/>
          <a:p>
            <a:r>
              <a:rPr lang="en-US" b="1" dirty="0">
                <a:solidFill>
                  <a:srgbClr val="FF0000"/>
                </a:solidFill>
              </a:rPr>
              <a:t>Power BI kin-kin data sources se connect ho </a:t>
            </a:r>
            <a:r>
              <a:rPr lang="en-US" b="1" dirty="0" err="1">
                <a:solidFill>
                  <a:srgbClr val="FF0000"/>
                </a:solidFill>
              </a:rPr>
              <a:t>sakta</a:t>
            </a:r>
            <a:r>
              <a:rPr lang="en-US" b="1" dirty="0">
                <a:solidFill>
                  <a:srgbClr val="FF0000"/>
                </a:solidFill>
              </a:rPr>
              <a:t> </a:t>
            </a:r>
            <a:r>
              <a:rPr lang="en-US" b="1" dirty="0" err="1">
                <a:solidFill>
                  <a:srgbClr val="FF0000"/>
                </a:solidFill>
              </a:rPr>
              <a:t>hai</a:t>
            </a:r>
            <a:r>
              <a:rPr lang="en-US" b="1" dirty="0">
                <a:solidFill>
                  <a:srgbClr val="FF0000"/>
                </a:solidFill>
              </a:rPr>
              <a:t>?</a:t>
            </a:r>
          </a:p>
        </p:txBody>
      </p:sp>
      <p:sp>
        <p:nvSpPr>
          <p:cNvPr id="3" name="Content Placeholder 2">
            <a:extLst>
              <a:ext uri="{FF2B5EF4-FFF2-40B4-BE49-F238E27FC236}">
                <a16:creationId xmlns:a16="http://schemas.microsoft.com/office/drawing/2014/main" id="{B2D0645F-7BA9-49F3-BF6D-EB50FD3B611D}"/>
              </a:ext>
            </a:extLst>
          </p:cNvPr>
          <p:cNvSpPr>
            <a:spLocks noGrp="1"/>
          </p:cNvSpPr>
          <p:nvPr>
            <p:ph idx="1"/>
          </p:nvPr>
        </p:nvSpPr>
        <p:spPr/>
        <p:txBody>
          <a:bodyPr/>
          <a:lstStyle/>
          <a:p>
            <a:r>
              <a:rPr lang="en-US" dirty="0"/>
              <a:t>Power BI Excel, SQL Server, MySQL, PostgreSQL, Oracle, Cloud services (Azure, Google Analytics), CSV files aur APIs se connect ho </a:t>
            </a:r>
            <a:r>
              <a:rPr lang="en-US" dirty="0" err="1"/>
              <a:t>sakta</a:t>
            </a:r>
            <a:r>
              <a:rPr lang="en-US" dirty="0"/>
              <a:t> </a:t>
            </a:r>
            <a:r>
              <a:rPr lang="en-US" dirty="0" err="1"/>
              <a:t>hai</a:t>
            </a:r>
            <a:r>
              <a:rPr lang="en-US" dirty="0"/>
              <a:t>.</a:t>
            </a:r>
          </a:p>
          <a:p>
            <a:endParaRPr lang="en-US" dirty="0"/>
          </a:p>
        </p:txBody>
      </p:sp>
    </p:spTree>
    <p:extLst>
      <p:ext uri="{BB962C8B-B14F-4D97-AF65-F5344CB8AC3E}">
        <p14:creationId xmlns:p14="http://schemas.microsoft.com/office/powerpoint/2010/main" val="2459799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A94F8-603B-46B1-802A-CED8ED5984DC}"/>
              </a:ext>
            </a:extLst>
          </p:cNvPr>
          <p:cNvSpPr>
            <a:spLocks noGrp="1"/>
          </p:cNvSpPr>
          <p:nvPr>
            <p:ph type="title"/>
          </p:nvPr>
        </p:nvSpPr>
        <p:spPr/>
        <p:txBody>
          <a:bodyPr/>
          <a:lstStyle/>
          <a:p>
            <a:r>
              <a:rPr lang="en-US" b="1" dirty="0">
                <a:solidFill>
                  <a:srgbClr val="FF0000"/>
                </a:solidFill>
              </a:rPr>
              <a:t>Power BI </a:t>
            </a:r>
            <a:r>
              <a:rPr lang="en-US" b="1" dirty="0" err="1">
                <a:solidFill>
                  <a:srgbClr val="FF0000"/>
                </a:solidFill>
              </a:rPr>
              <a:t>ke</a:t>
            </a:r>
            <a:r>
              <a:rPr lang="en-US" b="1" dirty="0">
                <a:solidFill>
                  <a:srgbClr val="FF0000"/>
                </a:solidFill>
              </a:rPr>
              <a:t> main components </a:t>
            </a:r>
            <a:r>
              <a:rPr lang="en-US" b="1" dirty="0" err="1">
                <a:solidFill>
                  <a:srgbClr val="FF0000"/>
                </a:solidFill>
              </a:rPr>
              <a:t>kaun</a:t>
            </a:r>
            <a:r>
              <a:rPr lang="en-US" b="1" dirty="0">
                <a:solidFill>
                  <a:srgbClr val="FF0000"/>
                </a:solidFill>
              </a:rPr>
              <a:t> se </a:t>
            </a:r>
            <a:r>
              <a:rPr lang="en-US" b="1" dirty="0" err="1">
                <a:solidFill>
                  <a:srgbClr val="FF0000"/>
                </a:solidFill>
              </a:rPr>
              <a:t>hain</a:t>
            </a:r>
            <a:r>
              <a:rPr lang="en-US" b="1" dirty="0">
                <a:solidFill>
                  <a:srgbClr val="FF0000"/>
                </a:solidFill>
              </a:rPr>
              <a:t>?</a:t>
            </a:r>
          </a:p>
        </p:txBody>
      </p:sp>
      <p:sp>
        <p:nvSpPr>
          <p:cNvPr id="3" name="Content Placeholder 2">
            <a:extLst>
              <a:ext uri="{FF2B5EF4-FFF2-40B4-BE49-F238E27FC236}">
                <a16:creationId xmlns:a16="http://schemas.microsoft.com/office/drawing/2014/main" id="{DAC7ECCA-9336-4B36-8B3F-1650956BC4E8}"/>
              </a:ext>
            </a:extLst>
          </p:cNvPr>
          <p:cNvSpPr>
            <a:spLocks noGrp="1"/>
          </p:cNvSpPr>
          <p:nvPr>
            <p:ph idx="1"/>
          </p:nvPr>
        </p:nvSpPr>
        <p:spPr/>
        <p:txBody>
          <a:bodyPr/>
          <a:lstStyle/>
          <a:p>
            <a:r>
              <a:rPr lang="en-US" b="1" dirty="0"/>
              <a:t>Power Query</a:t>
            </a:r>
            <a:r>
              <a:rPr lang="en-US" dirty="0"/>
              <a:t> → Data cleaning or transformation </a:t>
            </a:r>
            <a:r>
              <a:rPr lang="en-US" dirty="0" err="1"/>
              <a:t>ke</a:t>
            </a:r>
            <a:r>
              <a:rPr lang="en-US" dirty="0"/>
              <a:t> </a:t>
            </a:r>
            <a:r>
              <a:rPr lang="en-US" dirty="0" err="1"/>
              <a:t>liye</a:t>
            </a:r>
            <a:endParaRPr lang="en-US" dirty="0"/>
          </a:p>
          <a:p>
            <a:r>
              <a:rPr lang="en-US" b="1" dirty="0"/>
              <a:t>Power Pivot</a:t>
            </a:r>
            <a:r>
              <a:rPr lang="en-US" dirty="0"/>
              <a:t> → Data modeling or calculations </a:t>
            </a:r>
            <a:r>
              <a:rPr lang="en-US" dirty="0" err="1"/>
              <a:t>ke</a:t>
            </a:r>
            <a:r>
              <a:rPr lang="en-US" dirty="0"/>
              <a:t> </a:t>
            </a:r>
            <a:r>
              <a:rPr lang="en-US" dirty="0" err="1"/>
              <a:t>liye</a:t>
            </a:r>
            <a:endParaRPr lang="en-US" dirty="0"/>
          </a:p>
          <a:p>
            <a:r>
              <a:rPr lang="en-US" b="1" dirty="0"/>
              <a:t>Power View &amp; Power Map</a:t>
            </a:r>
            <a:r>
              <a:rPr lang="en-US" dirty="0"/>
              <a:t> → Data visualization </a:t>
            </a:r>
            <a:r>
              <a:rPr lang="en-US" dirty="0" err="1"/>
              <a:t>ke</a:t>
            </a:r>
            <a:r>
              <a:rPr lang="en-US" dirty="0"/>
              <a:t> </a:t>
            </a:r>
            <a:r>
              <a:rPr lang="en-US" dirty="0" err="1"/>
              <a:t>liye</a:t>
            </a:r>
            <a:endParaRPr lang="en-US" dirty="0"/>
          </a:p>
          <a:p>
            <a:r>
              <a:rPr lang="en-US" b="1" dirty="0"/>
              <a:t>Power BI Service</a:t>
            </a:r>
            <a:r>
              <a:rPr lang="en-US" dirty="0"/>
              <a:t> → Reports ko publish aur share </a:t>
            </a:r>
            <a:r>
              <a:rPr lang="en-US" dirty="0" err="1"/>
              <a:t>karne</a:t>
            </a:r>
            <a:r>
              <a:rPr lang="en-US" dirty="0"/>
              <a:t> </a:t>
            </a:r>
            <a:r>
              <a:rPr lang="en-US" dirty="0" err="1"/>
              <a:t>ke</a:t>
            </a:r>
            <a:r>
              <a:rPr lang="en-US" dirty="0"/>
              <a:t> </a:t>
            </a:r>
            <a:r>
              <a:rPr lang="en-US" dirty="0" err="1"/>
              <a:t>liye</a:t>
            </a:r>
            <a:endParaRPr lang="en-US" dirty="0"/>
          </a:p>
          <a:p>
            <a:endParaRPr lang="en-US" dirty="0"/>
          </a:p>
        </p:txBody>
      </p:sp>
    </p:spTree>
    <p:extLst>
      <p:ext uri="{BB962C8B-B14F-4D97-AF65-F5344CB8AC3E}">
        <p14:creationId xmlns:p14="http://schemas.microsoft.com/office/powerpoint/2010/main" val="2849468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C215-4AE7-42CC-AAAA-BC53D2BF16F4}"/>
              </a:ext>
            </a:extLst>
          </p:cNvPr>
          <p:cNvSpPr>
            <a:spLocks noGrp="1"/>
          </p:cNvSpPr>
          <p:nvPr>
            <p:ph type="title"/>
          </p:nvPr>
        </p:nvSpPr>
        <p:spPr/>
        <p:txBody>
          <a:bodyPr/>
          <a:lstStyle/>
          <a:p>
            <a:r>
              <a:rPr lang="en-US" b="1" dirty="0">
                <a:solidFill>
                  <a:srgbClr val="FF0000"/>
                </a:solidFill>
              </a:rPr>
              <a:t>Power BI </a:t>
            </a:r>
            <a:r>
              <a:rPr lang="en-US" b="1" dirty="0" err="1">
                <a:solidFill>
                  <a:srgbClr val="FF0000"/>
                </a:solidFill>
              </a:rPr>
              <a:t>ke</a:t>
            </a:r>
            <a:r>
              <a:rPr lang="en-US" b="1" dirty="0">
                <a:solidFill>
                  <a:srgbClr val="FF0000"/>
                </a:solidFill>
              </a:rPr>
              <a:t> benefits </a:t>
            </a:r>
            <a:r>
              <a:rPr lang="en-US" b="1" dirty="0" err="1">
                <a:solidFill>
                  <a:srgbClr val="FF0000"/>
                </a:solidFill>
              </a:rPr>
              <a:t>kya</a:t>
            </a:r>
            <a:r>
              <a:rPr lang="en-US" b="1" dirty="0">
                <a:solidFill>
                  <a:srgbClr val="FF0000"/>
                </a:solidFill>
              </a:rPr>
              <a:t> </a:t>
            </a:r>
            <a:r>
              <a:rPr lang="en-US" b="1" dirty="0" err="1">
                <a:solidFill>
                  <a:srgbClr val="FF0000"/>
                </a:solidFill>
              </a:rPr>
              <a:t>hain</a:t>
            </a:r>
            <a:r>
              <a:rPr lang="en-US" b="1" dirty="0">
                <a:solidFill>
                  <a:srgbClr val="FF0000"/>
                </a:solidFill>
              </a:rPr>
              <a:t>?</a:t>
            </a:r>
          </a:p>
        </p:txBody>
      </p:sp>
      <p:sp>
        <p:nvSpPr>
          <p:cNvPr id="3" name="Content Placeholder 2">
            <a:extLst>
              <a:ext uri="{FF2B5EF4-FFF2-40B4-BE49-F238E27FC236}">
                <a16:creationId xmlns:a16="http://schemas.microsoft.com/office/drawing/2014/main" id="{B91FE13E-7FAB-4BF7-942D-C77910A14E71}"/>
              </a:ext>
            </a:extLst>
          </p:cNvPr>
          <p:cNvSpPr>
            <a:spLocks noGrp="1"/>
          </p:cNvSpPr>
          <p:nvPr>
            <p:ph idx="1"/>
          </p:nvPr>
        </p:nvSpPr>
        <p:spPr/>
        <p:txBody>
          <a:bodyPr/>
          <a:lstStyle/>
          <a:p>
            <a:r>
              <a:rPr lang="en-US" dirty="0"/>
              <a:t>Easy to use (Drag &amp; Drop interface)</a:t>
            </a:r>
          </a:p>
          <a:p>
            <a:r>
              <a:rPr lang="en-US" dirty="0"/>
              <a:t>Multiple data sources connect </a:t>
            </a:r>
            <a:r>
              <a:rPr lang="en-US" dirty="0" err="1"/>
              <a:t>kar</a:t>
            </a:r>
            <a:r>
              <a:rPr lang="en-US" dirty="0"/>
              <a:t> </a:t>
            </a:r>
            <a:r>
              <a:rPr lang="en-US" dirty="0" err="1"/>
              <a:t>sakta</a:t>
            </a:r>
            <a:r>
              <a:rPr lang="en-US" dirty="0"/>
              <a:t> </a:t>
            </a:r>
            <a:r>
              <a:rPr lang="en-US" dirty="0" err="1"/>
              <a:t>hai</a:t>
            </a:r>
            <a:endParaRPr lang="en-US" dirty="0"/>
          </a:p>
          <a:p>
            <a:r>
              <a:rPr lang="en-US" dirty="0"/>
              <a:t>Real-time dashboards available </a:t>
            </a:r>
            <a:r>
              <a:rPr lang="en-US" dirty="0" err="1"/>
              <a:t>hain</a:t>
            </a:r>
            <a:endParaRPr lang="en-US" dirty="0"/>
          </a:p>
          <a:p>
            <a:r>
              <a:rPr lang="en-US" dirty="0"/>
              <a:t>Reports ko easily share </a:t>
            </a:r>
            <a:r>
              <a:rPr lang="en-US" dirty="0" err="1"/>
              <a:t>kar</a:t>
            </a:r>
            <a:r>
              <a:rPr lang="en-US" dirty="0"/>
              <a:t> </a:t>
            </a:r>
            <a:r>
              <a:rPr lang="en-US" dirty="0" err="1"/>
              <a:t>sakte</a:t>
            </a:r>
            <a:r>
              <a:rPr lang="en-US" dirty="0"/>
              <a:t> </a:t>
            </a:r>
            <a:r>
              <a:rPr lang="en-US" dirty="0" err="1"/>
              <a:t>hain</a:t>
            </a:r>
            <a:endParaRPr lang="en-US" dirty="0"/>
          </a:p>
          <a:p>
            <a:r>
              <a:rPr lang="en-US" dirty="0"/>
              <a:t>Cost-effective </a:t>
            </a:r>
            <a:r>
              <a:rPr lang="en-US" dirty="0" err="1"/>
              <a:t>hai</a:t>
            </a:r>
            <a:r>
              <a:rPr lang="en-US" dirty="0"/>
              <a:t> aur market me high demand </a:t>
            </a:r>
            <a:r>
              <a:rPr lang="en-US" dirty="0" err="1"/>
              <a:t>hai</a:t>
            </a:r>
            <a:endParaRPr lang="en-US" dirty="0"/>
          </a:p>
          <a:p>
            <a:endParaRPr lang="en-US" dirty="0"/>
          </a:p>
        </p:txBody>
      </p:sp>
    </p:spTree>
    <p:extLst>
      <p:ext uri="{BB962C8B-B14F-4D97-AF65-F5344CB8AC3E}">
        <p14:creationId xmlns:p14="http://schemas.microsoft.com/office/powerpoint/2010/main" val="2458470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3066-0B25-488D-A639-EED35504AC3F}"/>
              </a:ext>
            </a:extLst>
          </p:cNvPr>
          <p:cNvSpPr>
            <a:spLocks noGrp="1"/>
          </p:cNvSpPr>
          <p:nvPr>
            <p:ph type="title"/>
          </p:nvPr>
        </p:nvSpPr>
        <p:spPr/>
        <p:txBody>
          <a:bodyPr/>
          <a:lstStyle/>
          <a:p>
            <a:r>
              <a:rPr lang="en-US" b="1" dirty="0">
                <a:solidFill>
                  <a:srgbClr val="FF0000"/>
                </a:solidFill>
              </a:rPr>
              <a:t>Power BI aur Excel me </a:t>
            </a:r>
            <a:r>
              <a:rPr lang="en-US" b="1" dirty="0" err="1">
                <a:solidFill>
                  <a:srgbClr val="FF0000"/>
                </a:solidFill>
              </a:rPr>
              <a:t>kya</a:t>
            </a:r>
            <a:r>
              <a:rPr lang="en-US" b="1" dirty="0">
                <a:solidFill>
                  <a:srgbClr val="FF0000"/>
                </a:solidFill>
              </a:rPr>
              <a:t> difference </a:t>
            </a:r>
            <a:r>
              <a:rPr lang="en-US" b="1" dirty="0" err="1">
                <a:solidFill>
                  <a:srgbClr val="FF0000"/>
                </a:solidFill>
              </a:rPr>
              <a:t>hai</a:t>
            </a:r>
            <a:r>
              <a:rPr lang="en-US" b="1" dirty="0">
                <a:solidFill>
                  <a:srgbClr val="FF0000"/>
                </a:solidFill>
              </a:rPr>
              <a:t>?</a:t>
            </a:r>
          </a:p>
        </p:txBody>
      </p:sp>
      <p:sp>
        <p:nvSpPr>
          <p:cNvPr id="3" name="Content Placeholder 2">
            <a:extLst>
              <a:ext uri="{FF2B5EF4-FFF2-40B4-BE49-F238E27FC236}">
                <a16:creationId xmlns:a16="http://schemas.microsoft.com/office/drawing/2014/main" id="{F0A5C43F-5B86-4AF6-A0B0-E0475B750334}"/>
              </a:ext>
            </a:extLst>
          </p:cNvPr>
          <p:cNvSpPr>
            <a:spLocks noGrp="1"/>
          </p:cNvSpPr>
          <p:nvPr>
            <p:ph idx="1"/>
          </p:nvPr>
        </p:nvSpPr>
        <p:spPr/>
        <p:txBody>
          <a:bodyPr/>
          <a:lstStyle/>
          <a:p>
            <a:r>
              <a:rPr lang="en-US" dirty="0"/>
              <a:t>Excel mainly basic analysis aur reporting </a:t>
            </a:r>
            <a:r>
              <a:rPr lang="en-US" dirty="0" err="1"/>
              <a:t>ke</a:t>
            </a:r>
            <a:r>
              <a:rPr lang="en-US" dirty="0"/>
              <a:t> </a:t>
            </a:r>
            <a:r>
              <a:rPr lang="en-US" dirty="0" err="1"/>
              <a:t>liye</a:t>
            </a:r>
            <a:r>
              <a:rPr lang="en-US" dirty="0"/>
              <a:t> use </a:t>
            </a:r>
            <a:r>
              <a:rPr lang="en-US" dirty="0" err="1"/>
              <a:t>hota</a:t>
            </a:r>
            <a:r>
              <a:rPr lang="en-US" dirty="0"/>
              <a:t> </a:t>
            </a:r>
            <a:r>
              <a:rPr lang="en-US" dirty="0" err="1"/>
              <a:t>hai</a:t>
            </a:r>
            <a:r>
              <a:rPr lang="en-US" dirty="0"/>
              <a:t>, </a:t>
            </a:r>
            <a:r>
              <a:rPr lang="en-US" dirty="0" err="1"/>
              <a:t>jabki</a:t>
            </a:r>
            <a:r>
              <a:rPr lang="en-US" dirty="0"/>
              <a:t> Power BI advanced visualization, automation, real-time dashboards aur large data sets handle </a:t>
            </a:r>
            <a:r>
              <a:rPr lang="en-US" dirty="0" err="1"/>
              <a:t>karne</a:t>
            </a:r>
            <a:r>
              <a:rPr lang="en-US" dirty="0"/>
              <a:t> </a:t>
            </a:r>
            <a:r>
              <a:rPr lang="en-US" dirty="0" err="1"/>
              <a:t>ke</a:t>
            </a:r>
            <a:r>
              <a:rPr lang="en-US" dirty="0"/>
              <a:t> </a:t>
            </a:r>
            <a:r>
              <a:rPr lang="en-US" dirty="0" err="1"/>
              <a:t>liye</a:t>
            </a:r>
            <a:r>
              <a:rPr lang="en-US" dirty="0"/>
              <a:t> use </a:t>
            </a:r>
            <a:r>
              <a:rPr lang="en-US" dirty="0" err="1"/>
              <a:t>hota</a:t>
            </a:r>
            <a:r>
              <a:rPr lang="en-US" dirty="0"/>
              <a:t> </a:t>
            </a:r>
            <a:r>
              <a:rPr lang="en-US" dirty="0" err="1"/>
              <a:t>hai</a:t>
            </a:r>
            <a:r>
              <a:rPr lang="en-US" dirty="0"/>
              <a:t>.</a:t>
            </a:r>
          </a:p>
          <a:p>
            <a:r>
              <a:rPr lang="en-US" b="1" dirty="0"/>
              <a:t>"Power BI </a:t>
            </a:r>
            <a:r>
              <a:rPr lang="en-US" b="1" dirty="0" err="1"/>
              <a:t>ek</a:t>
            </a:r>
            <a:r>
              <a:rPr lang="en-US" b="1" dirty="0"/>
              <a:t> tool </a:t>
            </a:r>
            <a:r>
              <a:rPr lang="en-US" b="1" dirty="0" err="1"/>
              <a:t>hai</a:t>
            </a:r>
            <a:r>
              <a:rPr lang="en-US" b="1" dirty="0"/>
              <a:t> jo raw data ko meaningful dashboards aur reports me convert </a:t>
            </a:r>
            <a:r>
              <a:rPr lang="en-US" b="1" dirty="0" err="1"/>
              <a:t>karta</a:t>
            </a:r>
            <a:r>
              <a:rPr lang="en-US" b="1" dirty="0"/>
              <a:t> </a:t>
            </a:r>
            <a:r>
              <a:rPr lang="en-US" b="1" dirty="0" err="1"/>
              <a:t>hai</a:t>
            </a:r>
            <a:r>
              <a:rPr lang="en-US" b="1" dirty="0"/>
              <a:t>."</a:t>
            </a:r>
            <a:endParaRPr lang="en-US" dirty="0"/>
          </a:p>
          <a:p>
            <a:endParaRPr lang="en-US" dirty="0"/>
          </a:p>
          <a:p>
            <a:endParaRPr lang="en-US" dirty="0"/>
          </a:p>
        </p:txBody>
      </p:sp>
    </p:spTree>
    <p:extLst>
      <p:ext uri="{BB962C8B-B14F-4D97-AF65-F5344CB8AC3E}">
        <p14:creationId xmlns:p14="http://schemas.microsoft.com/office/powerpoint/2010/main" val="3407132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BEE48-7F69-417C-9ADD-622403C718B1}"/>
              </a:ext>
            </a:extLst>
          </p:cNvPr>
          <p:cNvSpPr>
            <a:spLocks noGrp="1"/>
          </p:cNvSpPr>
          <p:nvPr>
            <p:ph type="title"/>
          </p:nvPr>
        </p:nvSpPr>
        <p:spPr/>
        <p:txBody>
          <a:bodyPr/>
          <a:lstStyle/>
          <a:p>
            <a:r>
              <a:rPr lang="en-US" sz="4400" b="1" dirty="0">
                <a:solidFill>
                  <a:srgbClr val="FF0000"/>
                </a:solidFill>
              </a:rPr>
              <a:t>Project Start (Import Data)</a:t>
            </a:r>
            <a:endParaRPr lang="en-US" b="1" dirty="0"/>
          </a:p>
        </p:txBody>
      </p:sp>
      <p:sp>
        <p:nvSpPr>
          <p:cNvPr id="3" name="Content Placeholder 2">
            <a:extLst>
              <a:ext uri="{FF2B5EF4-FFF2-40B4-BE49-F238E27FC236}">
                <a16:creationId xmlns:a16="http://schemas.microsoft.com/office/drawing/2014/main" id="{507E870C-8222-4B2B-978C-18253E3CEDF4}"/>
              </a:ext>
            </a:extLst>
          </p:cNvPr>
          <p:cNvSpPr>
            <a:spLocks noGrp="1"/>
          </p:cNvSpPr>
          <p:nvPr>
            <p:ph idx="1"/>
          </p:nvPr>
        </p:nvSpPr>
        <p:spPr/>
        <p:txBody>
          <a:bodyPr/>
          <a:lstStyle/>
          <a:p>
            <a:r>
              <a:rPr lang="en-US" b="1" dirty="0"/>
              <a:t>Power Query</a:t>
            </a:r>
            <a:r>
              <a:rPr lang="en-US" dirty="0"/>
              <a:t> → Data cleaning aur transformation </a:t>
            </a:r>
            <a:r>
              <a:rPr lang="en-US" dirty="0" err="1"/>
              <a:t>ke</a:t>
            </a:r>
            <a:r>
              <a:rPr lang="en-US" dirty="0"/>
              <a:t> </a:t>
            </a:r>
            <a:r>
              <a:rPr lang="en-US" dirty="0" err="1"/>
              <a:t>liye</a:t>
            </a:r>
            <a:endParaRPr lang="en-US" dirty="0"/>
          </a:p>
          <a:p>
            <a:r>
              <a:rPr lang="en-US" b="1" dirty="0"/>
              <a:t>Power Pivot</a:t>
            </a:r>
            <a:r>
              <a:rPr lang="en-US" dirty="0"/>
              <a:t> → Data modeling aur calculations </a:t>
            </a:r>
            <a:r>
              <a:rPr lang="en-US" dirty="0" err="1"/>
              <a:t>ke</a:t>
            </a:r>
            <a:r>
              <a:rPr lang="en-US" dirty="0"/>
              <a:t> </a:t>
            </a:r>
            <a:r>
              <a:rPr lang="en-US" dirty="0" err="1"/>
              <a:t>liye</a:t>
            </a:r>
            <a:endParaRPr lang="en-US" dirty="0"/>
          </a:p>
          <a:p>
            <a:r>
              <a:rPr lang="en-US" b="1" dirty="0"/>
              <a:t>Power View &amp; Power Map</a:t>
            </a:r>
            <a:r>
              <a:rPr lang="en-US" dirty="0"/>
              <a:t> → Data visualization </a:t>
            </a:r>
            <a:r>
              <a:rPr lang="en-US" dirty="0" err="1"/>
              <a:t>ke</a:t>
            </a:r>
            <a:r>
              <a:rPr lang="en-US" dirty="0"/>
              <a:t> </a:t>
            </a:r>
            <a:r>
              <a:rPr lang="en-US" dirty="0" err="1"/>
              <a:t>liye</a:t>
            </a:r>
            <a:endParaRPr lang="en-US" dirty="0"/>
          </a:p>
          <a:p>
            <a:r>
              <a:rPr lang="en-US" b="1" dirty="0"/>
              <a:t>Power BI Service</a:t>
            </a:r>
            <a:r>
              <a:rPr lang="en-US" dirty="0"/>
              <a:t> → Reports ko publish aur share </a:t>
            </a:r>
            <a:r>
              <a:rPr lang="en-US" dirty="0" err="1"/>
              <a:t>karne</a:t>
            </a:r>
            <a:r>
              <a:rPr lang="en-US" dirty="0"/>
              <a:t> </a:t>
            </a:r>
            <a:r>
              <a:rPr lang="en-US" dirty="0" err="1"/>
              <a:t>ke</a:t>
            </a:r>
            <a:r>
              <a:rPr lang="en-US" dirty="0"/>
              <a:t> </a:t>
            </a:r>
            <a:r>
              <a:rPr lang="en-US" dirty="0" err="1"/>
              <a:t>liye</a:t>
            </a:r>
            <a:endParaRPr lang="en-US" dirty="0"/>
          </a:p>
          <a:p>
            <a:endParaRPr lang="en-US" dirty="0"/>
          </a:p>
        </p:txBody>
      </p:sp>
    </p:spTree>
    <p:extLst>
      <p:ext uri="{BB962C8B-B14F-4D97-AF65-F5344CB8AC3E}">
        <p14:creationId xmlns:p14="http://schemas.microsoft.com/office/powerpoint/2010/main" val="2635053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079DD-7792-4D6D-866D-4941E5391AA1}"/>
              </a:ext>
            </a:extLst>
          </p:cNvPr>
          <p:cNvSpPr>
            <a:spLocks noGrp="1"/>
          </p:cNvSpPr>
          <p:nvPr>
            <p:ph type="title"/>
          </p:nvPr>
        </p:nvSpPr>
        <p:spPr/>
        <p:txBody>
          <a:bodyPr>
            <a:normAutofit fontScale="90000"/>
          </a:bodyPr>
          <a:lstStyle/>
          <a:p>
            <a:r>
              <a:rPr lang="en-US" sz="4400" b="1" dirty="0">
                <a:solidFill>
                  <a:srgbClr val="FF0000"/>
                </a:solidFill>
              </a:rPr>
              <a:t>1. Power Query → Data Cleaning &amp; Transformation </a:t>
            </a:r>
            <a:r>
              <a:rPr lang="en-US" sz="4400" b="1" dirty="0" err="1">
                <a:solidFill>
                  <a:srgbClr val="FF0000"/>
                </a:solidFill>
              </a:rPr>
              <a:t>ke</a:t>
            </a:r>
            <a:r>
              <a:rPr lang="en-US" sz="4400" b="1" dirty="0">
                <a:solidFill>
                  <a:srgbClr val="FF0000"/>
                </a:solidFill>
              </a:rPr>
              <a:t> </a:t>
            </a:r>
            <a:r>
              <a:rPr lang="en-US" sz="4400" b="1" dirty="0" err="1">
                <a:solidFill>
                  <a:srgbClr val="FF0000"/>
                </a:solidFill>
              </a:rPr>
              <a:t>liye</a:t>
            </a:r>
            <a:br>
              <a:rPr lang="en-US" sz="4400" b="1" dirty="0"/>
            </a:br>
            <a:endParaRPr lang="en-US" b="1" dirty="0"/>
          </a:p>
        </p:txBody>
      </p:sp>
      <p:sp>
        <p:nvSpPr>
          <p:cNvPr id="3" name="Content Placeholder 2">
            <a:extLst>
              <a:ext uri="{FF2B5EF4-FFF2-40B4-BE49-F238E27FC236}">
                <a16:creationId xmlns:a16="http://schemas.microsoft.com/office/drawing/2014/main" id="{1ABF71CE-77B7-4C47-8202-0489601AA141}"/>
              </a:ext>
            </a:extLst>
          </p:cNvPr>
          <p:cNvSpPr>
            <a:spLocks noGrp="1"/>
          </p:cNvSpPr>
          <p:nvPr>
            <p:ph idx="1"/>
          </p:nvPr>
        </p:nvSpPr>
        <p:spPr/>
        <p:txBody>
          <a:bodyPr>
            <a:normAutofit fontScale="92500" lnSpcReduction="20000"/>
          </a:bodyPr>
          <a:lstStyle/>
          <a:p>
            <a:r>
              <a:rPr lang="en-US" sz="2800" dirty="0"/>
              <a:t>Power Query </a:t>
            </a:r>
            <a:r>
              <a:rPr lang="en-US" sz="2800" dirty="0" err="1"/>
              <a:t>ek</a:t>
            </a:r>
            <a:r>
              <a:rPr lang="en-US" sz="2800" dirty="0"/>
              <a:t> tool </a:t>
            </a:r>
            <a:r>
              <a:rPr lang="en-US" sz="2800" dirty="0" err="1"/>
              <a:t>hai</a:t>
            </a:r>
            <a:r>
              <a:rPr lang="en-US" sz="2800" dirty="0"/>
              <a:t> jo Power BI me data ko </a:t>
            </a:r>
            <a:r>
              <a:rPr lang="en-US" sz="2800" b="1" dirty="0"/>
              <a:t>import, clean aur transform</a:t>
            </a:r>
            <a:r>
              <a:rPr lang="en-US" sz="2800" dirty="0"/>
              <a:t> </a:t>
            </a:r>
            <a:r>
              <a:rPr lang="en-US" sz="2800" dirty="0" err="1"/>
              <a:t>karne</a:t>
            </a:r>
            <a:r>
              <a:rPr lang="en-US" sz="2800" dirty="0"/>
              <a:t> </a:t>
            </a:r>
            <a:r>
              <a:rPr lang="en-US" sz="2800" dirty="0" err="1"/>
              <a:t>ke</a:t>
            </a:r>
            <a:r>
              <a:rPr lang="en-US" sz="2800" dirty="0"/>
              <a:t> </a:t>
            </a:r>
            <a:r>
              <a:rPr lang="en-US" sz="2800" dirty="0" err="1"/>
              <a:t>liye</a:t>
            </a:r>
            <a:r>
              <a:rPr lang="en-US" sz="2800" dirty="0"/>
              <a:t> use </a:t>
            </a:r>
            <a:r>
              <a:rPr lang="en-US" sz="2800" dirty="0" err="1"/>
              <a:t>hota</a:t>
            </a:r>
            <a:r>
              <a:rPr lang="en-US" sz="2800" dirty="0"/>
              <a:t> </a:t>
            </a:r>
            <a:r>
              <a:rPr lang="en-US" sz="2800" dirty="0" err="1"/>
              <a:t>hai</a:t>
            </a:r>
            <a:r>
              <a:rPr lang="en-US" sz="2800" dirty="0"/>
              <a:t>.</a:t>
            </a:r>
          </a:p>
          <a:p>
            <a:r>
              <a:rPr lang="en-US" sz="2800" dirty="0"/>
              <a:t>Agar data Excel, SQL, CSV </a:t>
            </a:r>
            <a:r>
              <a:rPr lang="en-US" sz="2800" dirty="0" err="1"/>
              <a:t>ya</a:t>
            </a:r>
            <a:r>
              <a:rPr lang="en-US" sz="2800" dirty="0"/>
              <a:t> </a:t>
            </a:r>
            <a:r>
              <a:rPr lang="en-US" sz="2800" dirty="0" err="1"/>
              <a:t>kisi</a:t>
            </a:r>
            <a:r>
              <a:rPr lang="en-US" sz="2800" dirty="0"/>
              <a:t> aur source se </a:t>
            </a:r>
            <a:r>
              <a:rPr lang="en-US" sz="2800" dirty="0" err="1"/>
              <a:t>aaya</a:t>
            </a:r>
            <a:r>
              <a:rPr lang="en-US" sz="2800" dirty="0"/>
              <a:t> </a:t>
            </a:r>
            <a:r>
              <a:rPr lang="en-US" sz="2800" dirty="0" err="1"/>
              <a:t>hai</a:t>
            </a:r>
            <a:r>
              <a:rPr lang="en-US" sz="2800" dirty="0"/>
              <a:t> aur </a:t>
            </a:r>
            <a:r>
              <a:rPr lang="en-US" sz="2800" dirty="0" err="1"/>
              <a:t>usme</a:t>
            </a:r>
            <a:r>
              <a:rPr lang="en-US" sz="2800" dirty="0"/>
              <a:t> duplicates, null values </a:t>
            </a:r>
            <a:r>
              <a:rPr lang="en-US" sz="2800" dirty="0" err="1"/>
              <a:t>ya</a:t>
            </a:r>
            <a:r>
              <a:rPr lang="en-US" sz="2800" dirty="0"/>
              <a:t> unwanted columns </a:t>
            </a:r>
            <a:r>
              <a:rPr lang="en-US" sz="2800" dirty="0" err="1"/>
              <a:t>hain</a:t>
            </a:r>
            <a:r>
              <a:rPr lang="en-US" sz="2800" dirty="0"/>
              <a:t>, to Power Query ki </a:t>
            </a:r>
            <a:r>
              <a:rPr lang="en-US" sz="2800" dirty="0" err="1"/>
              <a:t>madad</a:t>
            </a:r>
            <a:r>
              <a:rPr lang="en-US" sz="2800" dirty="0"/>
              <a:t> se </a:t>
            </a:r>
            <a:r>
              <a:rPr lang="en-US" sz="2800" dirty="0" err="1"/>
              <a:t>unhe</a:t>
            </a:r>
            <a:r>
              <a:rPr lang="en-US" sz="2800" dirty="0"/>
              <a:t> remove </a:t>
            </a:r>
            <a:r>
              <a:rPr lang="en-US" sz="2800" dirty="0" err="1"/>
              <a:t>kar</a:t>
            </a:r>
            <a:r>
              <a:rPr lang="en-US" sz="2800" dirty="0"/>
              <a:t> </a:t>
            </a:r>
            <a:r>
              <a:rPr lang="en-US" sz="2800" dirty="0" err="1"/>
              <a:t>sakte</a:t>
            </a:r>
            <a:r>
              <a:rPr lang="en-US" sz="2800" dirty="0"/>
              <a:t> </a:t>
            </a:r>
            <a:r>
              <a:rPr lang="en-US" sz="2800" dirty="0" err="1"/>
              <a:t>hain</a:t>
            </a:r>
            <a:r>
              <a:rPr lang="en-US" sz="2800" dirty="0"/>
              <a:t>.</a:t>
            </a:r>
          </a:p>
          <a:p>
            <a:r>
              <a:rPr lang="en-US" sz="2800" dirty="0" err="1"/>
              <a:t>Aap</a:t>
            </a:r>
            <a:r>
              <a:rPr lang="en-US" sz="2800" dirty="0"/>
              <a:t> columns ko merge/split </a:t>
            </a:r>
            <a:r>
              <a:rPr lang="en-US" sz="2800" dirty="0" err="1"/>
              <a:t>kar</a:t>
            </a:r>
            <a:r>
              <a:rPr lang="en-US" sz="2800" dirty="0"/>
              <a:t> </a:t>
            </a:r>
            <a:r>
              <a:rPr lang="en-US" sz="2800" dirty="0" err="1"/>
              <a:t>sakte</a:t>
            </a:r>
            <a:r>
              <a:rPr lang="en-US" sz="2800" dirty="0"/>
              <a:t> ho, data types change </a:t>
            </a:r>
            <a:r>
              <a:rPr lang="en-US" sz="2800" dirty="0" err="1"/>
              <a:t>kar</a:t>
            </a:r>
            <a:r>
              <a:rPr lang="en-US" sz="2800" dirty="0"/>
              <a:t> </a:t>
            </a:r>
            <a:r>
              <a:rPr lang="en-US" sz="2800" dirty="0" err="1"/>
              <a:t>sakte</a:t>
            </a:r>
            <a:r>
              <a:rPr lang="en-US" sz="2800" dirty="0"/>
              <a:t> ho, filters </a:t>
            </a:r>
            <a:r>
              <a:rPr lang="en-US" sz="2800" dirty="0" err="1"/>
              <a:t>laga</a:t>
            </a:r>
            <a:r>
              <a:rPr lang="en-US" sz="2800" dirty="0"/>
              <a:t> </a:t>
            </a:r>
            <a:r>
              <a:rPr lang="en-US" sz="2800" dirty="0" err="1"/>
              <a:t>sakte</a:t>
            </a:r>
            <a:r>
              <a:rPr lang="en-US" sz="2800" dirty="0"/>
              <a:t> ho.</a:t>
            </a:r>
          </a:p>
          <a:p>
            <a:r>
              <a:rPr lang="en-US" sz="2800" dirty="0" err="1"/>
              <a:t>Matlab</a:t>
            </a:r>
            <a:r>
              <a:rPr lang="en-US" sz="2800" dirty="0"/>
              <a:t> Power Query data ko </a:t>
            </a:r>
            <a:r>
              <a:rPr lang="en-US" sz="2800" b="1" dirty="0"/>
              <a:t>analysis </a:t>
            </a:r>
            <a:r>
              <a:rPr lang="en-US" sz="2800" b="1" dirty="0" err="1"/>
              <a:t>ke</a:t>
            </a:r>
            <a:r>
              <a:rPr lang="en-US" sz="2800" b="1" dirty="0"/>
              <a:t> </a:t>
            </a:r>
            <a:r>
              <a:rPr lang="en-US" sz="2800" b="1" dirty="0" err="1"/>
              <a:t>liye</a:t>
            </a:r>
            <a:r>
              <a:rPr lang="en-US" sz="2800" b="1" dirty="0"/>
              <a:t> ready form</a:t>
            </a:r>
            <a:r>
              <a:rPr lang="en-US" sz="2800" dirty="0"/>
              <a:t> me convert </a:t>
            </a:r>
            <a:r>
              <a:rPr lang="en-US" sz="2800" dirty="0" err="1"/>
              <a:t>karta</a:t>
            </a:r>
            <a:r>
              <a:rPr lang="en-US" sz="2800" dirty="0"/>
              <a:t> </a:t>
            </a:r>
            <a:r>
              <a:rPr lang="en-US" sz="2800" dirty="0" err="1"/>
              <a:t>hai</a:t>
            </a:r>
            <a:r>
              <a:rPr lang="en-US" sz="2800" dirty="0"/>
              <a:t>.</a:t>
            </a:r>
          </a:p>
          <a:p>
            <a:r>
              <a:rPr lang="en-US" sz="2800" dirty="0"/>
              <a:t>📌 Example: Agar </a:t>
            </a:r>
            <a:r>
              <a:rPr lang="en-US" sz="2800" dirty="0" err="1"/>
              <a:t>ek</a:t>
            </a:r>
            <a:r>
              <a:rPr lang="en-US" sz="2800" dirty="0"/>
              <a:t> Excel sheet me customer names </a:t>
            </a:r>
            <a:r>
              <a:rPr lang="en-US" sz="2800" dirty="0" err="1"/>
              <a:t>alag-alag</a:t>
            </a:r>
            <a:r>
              <a:rPr lang="en-US" sz="2800" dirty="0"/>
              <a:t> format me </a:t>
            </a:r>
            <a:r>
              <a:rPr lang="en-US" sz="2800" dirty="0" err="1"/>
              <a:t>likhe</a:t>
            </a:r>
            <a:r>
              <a:rPr lang="en-US" sz="2800" dirty="0"/>
              <a:t> </a:t>
            </a:r>
            <a:r>
              <a:rPr lang="en-US" sz="2800" dirty="0" err="1"/>
              <a:t>hain</a:t>
            </a:r>
            <a:r>
              <a:rPr lang="en-US" sz="2800" dirty="0"/>
              <a:t> (ABC Ltd., </a:t>
            </a:r>
            <a:r>
              <a:rPr lang="en-US" sz="2800" dirty="0" err="1"/>
              <a:t>abc</a:t>
            </a:r>
            <a:r>
              <a:rPr lang="en-US" sz="2800" dirty="0"/>
              <a:t> ltd, ABC LTD), to Power Query </a:t>
            </a:r>
            <a:r>
              <a:rPr lang="en-US" sz="2800" dirty="0" err="1"/>
              <a:t>unhe</a:t>
            </a:r>
            <a:r>
              <a:rPr lang="en-US" sz="2800" dirty="0"/>
              <a:t> </a:t>
            </a:r>
            <a:r>
              <a:rPr lang="en-US" sz="2800" dirty="0" err="1"/>
              <a:t>ek</a:t>
            </a:r>
            <a:r>
              <a:rPr lang="en-US" sz="2800" dirty="0"/>
              <a:t> format me standardize </a:t>
            </a:r>
            <a:r>
              <a:rPr lang="en-US" sz="2800" dirty="0" err="1"/>
              <a:t>karne</a:t>
            </a:r>
            <a:r>
              <a:rPr lang="en-US" sz="2800" dirty="0"/>
              <a:t> me help </a:t>
            </a:r>
            <a:r>
              <a:rPr lang="en-US" sz="2800" dirty="0" err="1"/>
              <a:t>karega</a:t>
            </a:r>
            <a:r>
              <a:rPr lang="en-US" sz="2800" dirty="0"/>
              <a:t>.</a:t>
            </a:r>
          </a:p>
          <a:p>
            <a:endParaRPr lang="en-US" dirty="0"/>
          </a:p>
        </p:txBody>
      </p:sp>
    </p:spTree>
    <p:extLst>
      <p:ext uri="{BB962C8B-B14F-4D97-AF65-F5344CB8AC3E}">
        <p14:creationId xmlns:p14="http://schemas.microsoft.com/office/powerpoint/2010/main" val="3332251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CB0A6-17BA-4C4D-A6CD-6461BFB1AF17}"/>
              </a:ext>
            </a:extLst>
          </p:cNvPr>
          <p:cNvSpPr>
            <a:spLocks noGrp="1"/>
          </p:cNvSpPr>
          <p:nvPr>
            <p:ph type="title"/>
          </p:nvPr>
        </p:nvSpPr>
        <p:spPr>
          <a:xfrm>
            <a:off x="838199" y="365125"/>
            <a:ext cx="11140441" cy="1325563"/>
          </a:xfrm>
        </p:spPr>
        <p:txBody>
          <a:bodyPr/>
          <a:lstStyle/>
          <a:p>
            <a:r>
              <a:rPr lang="en-US" sz="4400" b="1" dirty="0">
                <a:solidFill>
                  <a:srgbClr val="FF0000"/>
                </a:solidFill>
              </a:rPr>
              <a:t>2. Power Pivot → Data Modeling &amp; Calculations </a:t>
            </a:r>
            <a:r>
              <a:rPr lang="en-US" sz="4400" b="1" dirty="0" err="1">
                <a:solidFill>
                  <a:srgbClr val="FF0000"/>
                </a:solidFill>
              </a:rPr>
              <a:t>ke</a:t>
            </a:r>
            <a:r>
              <a:rPr lang="en-US" sz="4400" b="1" dirty="0">
                <a:solidFill>
                  <a:srgbClr val="FF0000"/>
                </a:solidFill>
              </a:rPr>
              <a:t> </a:t>
            </a:r>
            <a:r>
              <a:rPr lang="en-US" sz="4400" b="1" dirty="0" err="1">
                <a:solidFill>
                  <a:srgbClr val="FF0000"/>
                </a:solidFill>
              </a:rPr>
              <a:t>liye</a:t>
            </a:r>
            <a:endParaRPr lang="en-US" b="1" dirty="0"/>
          </a:p>
        </p:txBody>
      </p:sp>
      <p:sp>
        <p:nvSpPr>
          <p:cNvPr id="3" name="Content Placeholder 2">
            <a:extLst>
              <a:ext uri="{FF2B5EF4-FFF2-40B4-BE49-F238E27FC236}">
                <a16:creationId xmlns:a16="http://schemas.microsoft.com/office/drawing/2014/main" id="{B3849D0F-CEAA-40D0-BD8B-87FABBCA4D31}"/>
              </a:ext>
            </a:extLst>
          </p:cNvPr>
          <p:cNvSpPr>
            <a:spLocks noGrp="1"/>
          </p:cNvSpPr>
          <p:nvPr>
            <p:ph idx="1"/>
          </p:nvPr>
        </p:nvSpPr>
        <p:spPr/>
        <p:txBody>
          <a:bodyPr/>
          <a:lstStyle/>
          <a:p>
            <a:r>
              <a:rPr lang="en-US" dirty="0"/>
              <a:t>Power Pivot </a:t>
            </a:r>
            <a:r>
              <a:rPr lang="en-US" dirty="0" err="1"/>
              <a:t>ek</a:t>
            </a:r>
            <a:r>
              <a:rPr lang="en-US" dirty="0"/>
              <a:t> </a:t>
            </a:r>
            <a:r>
              <a:rPr lang="en-US" b="1" dirty="0"/>
              <a:t>data modeling engine</a:t>
            </a:r>
            <a:r>
              <a:rPr lang="en-US" dirty="0"/>
              <a:t> </a:t>
            </a:r>
            <a:r>
              <a:rPr lang="en-US" dirty="0" err="1"/>
              <a:t>hai</a:t>
            </a:r>
            <a:r>
              <a:rPr lang="en-US" dirty="0"/>
              <a:t> jo large data sets </a:t>
            </a:r>
            <a:r>
              <a:rPr lang="en-US" dirty="0" err="1"/>
              <a:t>ke</a:t>
            </a:r>
            <a:r>
              <a:rPr lang="en-US" dirty="0"/>
              <a:t> beech relationships </a:t>
            </a:r>
            <a:r>
              <a:rPr lang="en-US" dirty="0" err="1"/>
              <a:t>banata</a:t>
            </a:r>
            <a:r>
              <a:rPr lang="en-US" dirty="0"/>
              <a:t> </a:t>
            </a:r>
            <a:r>
              <a:rPr lang="en-US" dirty="0" err="1"/>
              <a:t>hai</a:t>
            </a:r>
            <a:r>
              <a:rPr lang="en-US" dirty="0"/>
              <a:t> aur calculations perform </a:t>
            </a:r>
            <a:r>
              <a:rPr lang="en-US" dirty="0" err="1"/>
              <a:t>karta</a:t>
            </a:r>
            <a:r>
              <a:rPr lang="en-US" dirty="0"/>
              <a:t> </a:t>
            </a:r>
            <a:r>
              <a:rPr lang="en-US" dirty="0" err="1"/>
              <a:t>hai</a:t>
            </a:r>
            <a:r>
              <a:rPr lang="en-US" dirty="0"/>
              <a:t>.</a:t>
            </a:r>
          </a:p>
          <a:p>
            <a:r>
              <a:rPr lang="en-US" dirty="0" err="1"/>
              <a:t>Isme</a:t>
            </a:r>
            <a:r>
              <a:rPr lang="en-US" dirty="0"/>
              <a:t> DAX (Data Analysis Expressions) formulas use </a:t>
            </a:r>
            <a:r>
              <a:rPr lang="en-US" dirty="0" err="1"/>
              <a:t>hote</a:t>
            </a:r>
            <a:r>
              <a:rPr lang="en-US" dirty="0"/>
              <a:t> </a:t>
            </a:r>
            <a:r>
              <a:rPr lang="en-US" dirty="0" err="1"/>
              <a:t>hain</a:t>
            </a:r>
            <a:r>
              <a:rPr lang="en-US" dirty="0"/>
              <a:t>, </a:t>
            </a:r>
            <a:r>
              <a:rPr lang="en-US" dirty="0" err="1"/>
              <a:t>jisse</a:t>
            </a:r>
            <a:r>
              <a:rPr lang="en-US" dirty="0"/>
              <a:t> </a:t>
            </a:r>
            <a:r>
              <a:rPr lang="en-US" dirty="0" err="1"/>
              <a:t>aap</a:t>
            </a:r>
            <a:r>
              <a:rPr lang="en-US" dirty="0"/>
              <a:t> custom calculations </a:t>
            </a:r>
            <a:r>
              <a:rPr lang="en-US" dirty="0" err="1"/>
              <a:t>bana</a:t>
            </a:r>
            <a:r>
              <a:rPr lang="en-US" dirty="0"/>
              <a:t> </a:t>
            </a:r>
            <a:r>
              <a:rPr lang="en-US" dirty="0" err="1"/>
              <a:t>sakte</a:t>
            </a:r>
            <a:r>
              <a:rPr lang="en-US" dirty="0"/>
              <a:t> ho.</a:t>
            </a:r>
          </a:p>
          <a:p>
            <a:r>
              <a:rPr lang="en-US" dirty="0" err="1"/>
              <a:t>Aap</a:t>
            </a:r>
            <a:r>
              <a:rPr lang="en-US" dirty="0"/>
              <a:t> multiple tables </a:t>
            </a:r>
            <a:r>
              <a:rPr lang="en-US" dirty="0" err="1"/>
              <a:t>ke</a:t>
            </a:r>
            <a:r>
              <a:rPr lang="en-US" dirty="0"/>
              <a:t> beech relation </a:t>
            </a:r>
            <a:r>
              <a:rPr lang="en-US" dirty="0" err="1"/>
              <a:t>bana</a:t>
            </a:r>
            <a:r>
              <a:rPr lang="en-US" dirty="0"/>
              <a:t> </a:t>
            </a:r>
            <a:r>
              <a:rPr lang="en-US" dirty="0" err="1"/>
              <a:t>kar</a:t>
            </a:r>
            <a:r>
              <a:rPr lang="en-US" dirty="0"/>
              <a:t> </a:t>
            </a:r>
            <a:r>
              <a:rPr lang="en-US" dirty="0" err="1"/>
              <a:t>ek</a:t>
            </a:r>
            <a:r>
              <a:rPr lang="en-US" dirty="0"/>
              <a:t> model ready </a:t>
            </a:r>
            <a:r>
              <a:rPr lang="en-US" dirty="0" err="1"/>
              <a:t>karte</a:t>
            </a:r>
            <a:r>
              <a:rPr lang="en-US" dirty="0"/>
              <a:t> ho </a:t>
            </a:r>
            <a:r>
              <a:rPr lang="en-US" dirty="0" err="1"/>
              <a:t>jisse</a:t>
            </a:r>
            <a:r>
              <a:rPr lang="en-US" dirty="0"/>
              <a:t> proper analysis possible ho.</a:t>
            </a:r>
          </a:p>
          <a:p>
            <a:r>
              <a:rPr lang="en-US" dirty="0"/>
              <a:t>📌 Example: Agar </a:t>
            </a:r>
            <a:r>
              <a:rPr lang="en-US" dirty="0" err="1"/>
              <a:t>ek</a:t>
            </a:r>
            <a:r>
              <a:rPr lang="en-US" dirty="0"/>
              <a:t> table me “Sales Data” </a:t>
            </a:r>
            <a:r>
              <a:rPr lang="en-US" dirty="0" err="1"/>
              <a:t>hai</a:t>
            </a:r>
            <a:r>
              <a:rPr lang="en-US" dirty="0"/>
              <a:t> aur </a:t>
            </a:r>
            <a:r>
              <a:rPr lang="en-US" dirty="0" err="1"/>
              <a:t>dusre</a:t>
            </a:r>
            <a:r>
              <a:rPr lang="en-US" dirty="0"/>
              <a:t> table me “Customer Info” </a:t>
            </a:r>
            <a:r>
              <a:rPr lang="en-US" dirty="0" err="1"/>
              <a:t>hai</a:t>
            </a:r>
            <a:r>
              <a:rPr lang="en-US" dirty="0"/>
              <a:t>, to Power Pivot </a:t>
            </a:r>
            <a:r>
              <a:rPr lang="en-US" dirty="0" err="1"/>
              <a:t>dono</a:t>
            </a:r>
            <a:r>
              <a:rPr lang="en-US" dirty="0"/>
              <a:t> ko link </a:t>
            </a:r>
            <a:r>
              <a:rPr lang="en-US" dirty="0" err="1"/>
              <a:t>karke</a:t>
            </a:r>
            <a:r>
              <a:rPr lang="en-US" dirty="0"/>
              <a:t> </a:t>
            </a:r>
            <a:r>
              <a:rPr lang="en-US" dirty="0" err="1"/>
              <a:t>ek</a:t>
            </a:r>
            <a:r>
              <a:rPr lang="en-US" dirty="0"/>
              <a:t> single model </a:t>
            </a:r>
            <a:r>
              <a:rPr lang="en-US" dirty="0" err="1"/>
              <a:t>bana</a:t>
            </a:r>
            <a:r>
              <a:rPr lang="en-US" dirty="0"/>
              <a:t> </a:t>
            </a:r>
            <a:r>
              <a:rPr lang="en-US" dirty="0" err="1"/>
              <a:t>dega</a:t>
            </a:r>
            <a:r>
              <a:rPr lang="en-US" dirty="0"/>
              <a:t> </a:t>
            </a:r>
            <a:r>
              <a:rPr lang="en-US" dirty="0" err="1"/>
              <a:t>jisse</a:t>
            </a:r>
            <a:r>
              <a:rPr lang="en-US" dirty="0"/>
              <a:t> combined analysis possible ho </a:t>
            </a:r>
            <a:r>
              <a:rPr lang="en-US" dirty="0" err="1"/>
              <a:t>jaye</a:t>
            </a:r>
            <a:r>
              <a:rPr lang="en-US" dirty="0"/>
              <a:t>.</a:t>
            </a:r>
          </a:p>
          <a:p>
            <a:endParaRPr lang="en-US" dirty="0"/>
          </a:p>
        </p:txBody>
      </p:sp>
    </p:spTree>
    <p:extLst>
      <p:ext uri="{BB962C8B-B14F-4D97-AF65-F5344CB8AC3E}">
        <p14:creationId xmlns:p14="http://schemas.microsoft.com/office/powerpoint/2010/main" val="372315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8173E-1796-4144-9F81-4AAA49F9D671}"/>
              </a:ext>
            </a:extLst>
          </p:cNvPr>
          <p:cNvSpPr>
            <a:spLocks noGrp="1"/>
          </p:cNvSpPr>
          <p:nvPr>
            <p:ph type="title"/>
          </p:nvPr>
        </p:nvSpPr>
        <p:spPr>
          <a:xfrm>
            <a:off x="101065" y="365125"/>
            <a:ext cx="11901637" cy="1325563"/>
          </a:xfrm>
        </p:spPr>
        <p:txBody>
          <a:bodyPr/>
          <a:lstStyle/>
          <a:p>
            <a:r>
              <a:rPr lang="en-US" sz="4400" b="1" dirty="0">
                <a:solidFill>
                  <a:srgbClr val="FF0000"/>
                </a:solidFill>
              </a:rPr>
              <a:t>Power View &amp; Power Map → Data Visualization </a:t>
            </a:r>
            <a:r>
              <a:rPr lang="en-US" sz="4400" b="1" dirty="0" err="1">
                <a:solidFill>
                  <a:srgbClr val="FF0000"/>
                </a:solidFill>
              </a:rPr>
              <a:t>ke</a:t>
            </a:r>
            <a:r>
              <a:rPr lang="en-US" sz="4400" b="1" dirty="0">
                <a:solidFill>
                  <a:srgbClr val="FF0000"/>
                </a:solidFill>
              </a:rPr>
              <a:t> </a:t>
            </a:r>
            <a:r>
              <a:rPr lang="en-US" sz="4400" b="1" dirty="0" err="1">
                <a:solidFill>
                  <a:srgbClr val="FF0000"/>
                </a:solidFill>
              </a:rPr>
              <a:t>liye</a:t>
            </a:r>
            <a:endParaRPr lang="en-US" b="1" dirty="0"/>
          </a:p>
        </p:txBody>
      </p:sp>
      <p:sp>
        <p:nvSpPr>
          <p:cNvPr id="3" name="Content Placeholder 2">
            <a:extLst>
              <a:ext uri="{FF2B5EF4-FFF2-40B4-BE49-F238E27FC236}">
                <a16:creationId xmlns:a16="http://schemas.microsoft.com/office/drawing/2014/main" id="{335F27D8-ADBB-44A1-9DA0-00B5BABF97E9}"/>
              </a:ext>
            </a:extLst>
          </p:cNvPr>
          <p:cNvSpPr>
            <a:spLocks noGrp="1"/>
          </p:cNvSpPr>
          <p:nvPr>
            <p:ph idx="1"/>
          </p:nvPr>
        </p:nvSpPr>
        <p:spPr/>
        <p:txBody>
          <a:bodyPr/>
          <a:lstStyle/>
          <a:p>
            <a:r>
              <a:rPr lang="en-US" dirty="0"/>
              <a:t>power View aur Power Map </a:t>
            </a:r>
            <a:r>
              <a:rPr lang="en-US" dirty="0" err="1"/>
              <a:t>dono</a:t>
            </a:r>
            <a:r>
              <a:rPr lang="en-US" dirty="0"/>
              <a:t> visualization tools </a:t>
            </a:r>
            <a:r>
              <a:rPr lang="en-US" dirty="0" err="1"/>
              <a:t>hain</a:t>
            </a:r>
            <a:r>
              <a:rPr lang="en-US" dirty="0"/>
              <a:t>.</a:t>
            </a:r>
          </a:p>
          <a:p>
            <a:r>
              <a:rPr lang="en-US" b="1" dirty="0"/>
              <a:t>Power View</a:t>
            </a:r>
            <a:r>
              <a:rPr lang="en-US" dirty="0"/>
              <a:t>: Interactive charts, graphs, tables </a:t>
            </a:r>
            <a:r>
              <a:rPr lang="en-US" dirty="0" err="1"/>
              <a:t>banane</a:t>
            </a:r>
            <a:r>
              <a:rPr lang="en-US" dirty="0"/>
              <a:t> </a:t>
            </a:r>
            <a:r>
              <a:rPr lang="en-US" dirty="0" err="1"/>
              <a:t>ke</a:t>
            </a:r>
            <a:r>
              <a:rPr lang="en-US" dirty="0"/>
              <a:t> </a:t>
            </a:r>
            <a:r>
              <a:rPr lang="en-US" dirty="0" err="1"/>
              <a:t>liye</a:t>
            </a:r>
            <a:r>
              <a:rPr lang="en-US" dirty="0"/>
              <a:t> use </a:t>
            </a:r>
            <a:r>
              <a:rPr lang="en-US" dirty="0" err="1"/>
              <a:t>hota</a:t>
            </a:r>
            <a:r>
              <a:rPr lang="en-US" dirty="0"/>
              <a:t> </a:t>
            </a:r>
            <a:r>
              <a:rPr lang="en-US" dirty="0" err="1"/>
              <a:t>hai</a:t>
            </a:r>
            <a:r>
              <a:rPr lang="en-US" dirty="0"/>
              <a:t>. </a:t>
            </a:r>
            <a:r>
              <a:rPr lang="en-US" dirty="0" err="1"/>
              <a:t>Isme</a:t>
            </a:r>
            <a:r>
              <a:rPr lang="en-US" dirty="0"/>
              <a:t> drag-and-drop </a:t>
            </a:r>
            <a:r>
              <a:rPr lang="en-US" dirty="0" err="1"/>
              <a:t>karke</a:t>
            </a:r>
            <a:r>
              <a:rPr lang="en-US" dirty="0"/>
              <a:t> easily visuals create </a:t>
            </a:r>
            <a:r>
              <a:rPr lang="en-US" dirty="0" err="1"/>
              <a:t>karte</a:t>
            </a:r>
            <a:r>
              <a:rPr lang="en-US" dirty="0"/>
              <a:t> </a:t>
            </a:r>
            <a:r>
              <a:rPr lang="en-US" dirty="0" err="1"/>
              <a:t>hain</a:t>
            </a:r>
            <a:r>
              <a:rPr lang="en-US" dirty="0"/>
              <a:t>.</a:t>
            </a:r>
          </a:p>
          <a:p>
            <a:r>
              <a:rPr lang="en-US" b="1" dirty="0"/>
              <a:t>Power Map</a:t>
            </a:r>
            <a:r>
              <a:rPr lang="en-US" dirty="0"/>
              <a:t>: Map-based visualization </a:t>
            </a:r>
            <a:r>
              <a:rPr lang="en-US" dirty="0" err="1"/>
              <a:t>ke</a:t>
            </a:r>
            <a:r>
              <a:rPr lang="en-US" dirty="0"/>
              <a:t> </a:t>
            </a:r>
            <a:r>
              <a:rPr lang="en-US" dirty="0" err="1"/>
              <a:t>liye</a:t>
            </a:r>
            <a:r>
              <a:rPr lang="en-US" dirty="0"/>
              <a:t> use </a:t>
            </a:r>
            <a:r>
              <a:rPr lang="en-US" dirty="0" err="1"/>
              <a:t>hota</a:t>
            </a:r>
            <a:r>
              <a:rPr lang="en-US" dirty="0"/>
              <a:t> </a:t>
            </a:r>
            <a:r>
              <a:rPr lang="en-US" dirty="0" err="1"/>
              <a:t>hai</a:t>
            </a:r>
            <a:r>
              <a:rPr lang="en-US" dirty="0"/>
              <a:t> (geographical data </a:t>
            </a:r>
            <a:r>
              <a:rPr lang="en-US" dirty="0" err="1"/>
              <a:t>ke</a:t>
            </a:r>
            <a:r>
              <a:rPr lang="en-US" dirty="0"/>
              <a:t> </a:t>
            </a:r>
            <a:r>
              <a:rPr lang="en-US" dirty="0" err="1"/>
              <a:t>liye</a:t>
            </a:r>
            <a:r>
              <a:rPr lang="en-US" dirty="0"/>
              <a:t>). Agar data me “City, Country, Latitude-Longitude” </a:t>
            </a:r>
            <a:r>
              <a:rPr lang="en-US" dirty="0" err="1"/>
              <a:t>hai</a:t>
            </a:r>
            <a:r>
              <a:rPr lang="en-US" dirty="0"/>
              <a:t> to </a:t>
            </a:r>
            <a:r>
              <a:rPr lang="en-US" dirty="0" err="1"/>
              <a:t>aap</a:t>
            </a:r>
            <a:r>
              <a:rPr lang="en-US" dirty="0"/>
              <a:t> map visualization </a:t>
            </a:r>
            <a:r>
              <a:rPr lang="en-US" dirty="0" err="1"/>
              <a:t>bana</a:t>
            </a:r>
            <a:r>
              <a:rPr lang="en-US" dirty="0"/>
              <a:t> </a:t>
            </a:r>
            <a:r>
              <a:rPr lang="en-US" dirty="0" err="1"/>
              <a:t>sakte</a:t>
            </a:r>
            <a:r>
              <a:rPr lang="en-US" dirty="0"/>
              <a:t> ho.</a:t>
            </a:r>
          </a:p>
          <a:p>
            <a:r>
              <a:rPr lang="en-US" dirty="0"/>
              <a:t>📌 Example: Agar </a:t>
            </a:r>
            <a:r>
              <a:rPr lang="en-US" dirty="0" err="1"/>
              <a:t>aapke</a:t>
            </a:r>
            <a:r>
              <a:rPr lang="en-US" dirty="0"/>
              <a:t> </a:t>
            </a:r>
            <a:r>
              <a:rPr lang="en-US" dirty="0" err="1"/>
              <a:t>paas</a:t>
            </a:r>
            <a:r>
              <a:rPr lang="en-US" dirty="0"/>
              <a:t> “Sales by Country” data </a:t>
            </a:r>
            <a:r>
              <a:rPr lang="en-US" dirty="0" err="1"/>
              <a:t>hai</a:t>
            </a:r>
            <a:r>
              <a:rPr lang="en-US" dirty="0"/>
              <a:t>, to Power Map </a:t>
            </a:r>
            <a:r>
              <a:rPr lang="en-US" dirty="0" err="1"/>
              <a:t>usse</a:t>
            </a:r>
            <a:r>
              <a:rPr lang="en-US" dirty="0"/>
              <a:t> world map par visualize </a:t>
            </a:r>
            <a:r>
              <a:rPr lang="en-US" dirty="0" err="1"/>
              <a:t>kar</a:t>
            </a:r>
            <a:r>
              <a:rPr lang="en-US" dirty="0"/>
              <a:t> </a:t>
            </a:r>
            <a:r>
              <a:rPr lang="en-US" dirty="0" err="1"/>
              <a:t>dega</a:t>
            </a:r>
            <a:r>
              <a:rPr lang="en-US" dirty="0"/>
              <a:t> </a:t>
            </a:r>
            <a:r>
              <a:rPr lang="en-US" dirty="0" err="1"/>
              <a:t>jisse</a:t>
            </a:r>
            <a:r>
              <a:rPr lang="en-US" dirty="0"/>
              <a:t> easily </a:t>
            </a:r>
            <a:r>
              <a:rPr lang="en-US" dirty="0" err="1"/>
              <a:t>pata</a:t>
            </a:r>
            <a:r>
              <a:rPr lang="en-US" dirty="0"/>
              <a:t> </a:t>
            </a:r>
            <a:r>
              <a:rPr lang="en-US" dirty="0" err="1"/>
              <a:t>chalega</a:t>
            </a:r>
            <a:r>
              <a:rPr lang="en-US" dirty="0"/>
              <a:t> </a:t>
            </a:r>
            <a:r>
              <a:rPr lang="en-US" dirty="0" err="1"/>
              <a:t>kis</a:t>
            </a:r>
            <a:r>
              <a:rPr lang="en-US" dirty="0"/>
              <a:t> country me sales </a:t>
            </a:r>
            <a:r>
              <a:rPr lang="en-US" dirty="0" err="1"/>
              <a:t>zyada</a:t>
            </a:r>
            <a:r>
              <a:rPr lang="en-US" dirty="0"/>
              <a:t> </a:t>
            </a:r>
            <a:r>
              <a:rPr lang="en-US" dirty="0" err="1"/>
              <a:t>hain</a:t>
            </a:r>
            <a:r>
              <a:rPr lang="en-US" dirty="0"/>
              <a:t>.</a:t>
            </a:r>
          </a:p>
          <a:p>
            <a:endParaRPr lang="en-US" dirty="0"/>
          </a:p>
        </p:txBody>
      </p:sp>
    </p:spTree>
    <p:extLst>
      <p:ext uri="{BB962C8B-B14F-4D97-AF65-F5344CB8AC3E}">
        <p14:creationId xmlns:p14="http://schemas.microsoft.com/office/powerpoint/2010/main" val="2527255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A049F-3049-4ECD-9995-3BCCA6CF1555}"/>
              </a:ext>
            </a:extLst>
          </p:cNvPr>
          <p:cNvSpPr>
            <a:spLocks noGrp="1"/>
          </p:cNvSpPr>
          <p:nvPr>
            <p:ph type="title"/>
          </p:nvPr>
        </p:nvSpPr>
        <p:spPr/>
        <p:txBody>
          <a:bodyPr>
            <a:normAutofit/>
          </a:bodyPr>
          <a:lstStyle/>
          <a:p>
            <a:r>
              <a:rPr lang="en-US" sz="4000" b="1" dirty="0"/>
              <a:t>4</a:t>
            </a:r>
            <a:r>
              <a:rPr lang="en-US" sz="4000" b="1" dirty="0">
                <a:solidFill>
                  <a:srgbClr val="FF0000"/>
                </a:solidFill>
              </a:rPr>
              <a:t>. Power BI Service → Reports ko Publish &amp; Share </a:t>
            </a:r>
            <a:r>
              <a:rPr lang="en-US" sz="4000" b="1" dirty="0" err="1">
                <a:solidFill>
                  <a:srgbClr val="FF0000"/>
                </a:solidFill>
              </a:rPr>
              <a:t>karne</a:t>
            </a:r>
            <a:r>
              <a:rPr lang="en-US" sz="4000" b="1" dirty="0">
                <a:solidFill>
                  <a:srgbClr val="FF0000"/>
                </a:solidFill>
              </a:rPr>
              <a:t> </a:t>
            </a:r>
            <a:r>
              <a:rPr lang="en-US" sz="4000" b="1" dirty="0" err="1">
                <a:solidFill>
                  <a:srgbClr val="FF0000"/>
                </a:solidFill>
              </a:rPr>
              <a:t>ke</a:t>
            </a:r>
            <a:r>
              <a:rPr lang="en-US" sz="4000" b="1" dirty="0">
                <a:solidFill>
                  <a:srgbClr val="FF0000"/>
                </a:solidFill>
              </a:rPr>
              <a:t> </a:t>
            </a:r>
            <a:r>
              <a:rPr lang="en-US" sz="4000" b="1" dirty="0" err="1">
                <a:solidFill>
                  <a:srgbClr val="FF0000"/>
                </a:solidFill>
              </a:rPr>
              <a:t>liye</a:t>
            </a:r>
            <a:endParaRPr lang="en-US" sz="4000" b="1" dirty="0"/>
          </a:p>
        </p:txBody>
      </p:sp>
      <p:sp>
        <p:nvSpPr>
          <p:cNvPr id="3" name="Content Placeholder 2">
            <a:extLst>
              <a:ext uri="{FF2B5EF4-FFF2-40B4-BE49-F238E27FC236}">
                <a16:creationId xmlns:a16="http://schemas.microsoft.com/office/drawing/2014/main" id="{14D1F27F-BDF7-405B-BF72-373AE031EF71}"/>
              </a:ext>
            </a:extLst>
          </p:cNvPr>
          <p:cNvSpPr>
            <a:spLocks noGrp="1"/>
          </p:cNvSpPr>
          <p:nvPr>
            <p:ph idx="1"/>
          </p:nvPr>
        </p:nvSpPr>
        <p:spPr>
          <a:xfrm>
            <a:off x="838199" y="1825625"/>
            <a:ext cx="10875745" cy="4844682"/>
          </a:xfrm>
        </p:spPr>
        <p:txBody>
          <a:bodyPr>
            <a:normAutofit/>
          </a:bodyPr>
          <a:lstStyle/>
          <a:p>
            <a:r>
              <a:rPr lang="en-US" dirty="0"/>
              <a:t>Power BI Service </a:t>
            </a:r>
            <a:r>
              <a:rPr lang="en-US" dirty="0" err="1"/>
              <a:t>ek</a:t>
            </a:r>
            <a:r>
              <a:rPr lang="en-US" dirty="0"/>
              <a:t> </a:t>
            </a:r>
            <a:r>
              <a:rPr lang="en-US" b="1" dirty="0"/>
              <a:t>cloud platform</a:t>
            </a:r>
            <a:r>
              <a:rPr lang="en-US" dirty="0"/>
              <a:t> </a:t>
            </a:r>
            <a:r>
              <a:rPr lang="en-US" dirty="0" err="1"/>
              <a:t>hai</a:t>
            </a:r>
            <a:r>
              <a:rPr lang="en-US" dirty="0"/>
              <a:t> </a:t>
            </a:r>
            <a:r>
              <a:rPr lang="en-US" dirty="0" err="1"/>
              <a:t>jaha</a:t>
            </a:r>
            <a:r>
              <a:rPr lang="en-US" dirty="0"/>
              <a:t> </a:t>
            </a:r>
            <a:r>
              <a:rPr lang="en-US" dirty="0" err="1"/>
              <a:t>aap</a:t>
            </a:r>
            <a:r>
              <a:rPr lang="en-US" dirty="0"/>
              <a:t> </a:t>
            </a:r>
            <a:r>
              <a:rPr lang="en-US" dirty="0" err="1"/>
              <a:t>apne</a:t>
            </a:r>
            <a:r>
              <a:rPr lang="en-US" dirty="0"/>
              <a:t> reports aur dashboards publish </a:t>
            </a:r>
            <a:r>
              <a:rPr lang="en-US" dirty="0" err="1"/>
              <a:t>kar</a:t>
            </a:r>
            <a:r>
              <a:rPr lang="en-US" dirty="0"/>
              <a:t> </a:t>
            </a:r>
            <a:r>
              <a:rPr lang="en-US" dirty="0" err="1"/>
              <a:t>sakte</a:t>
            </a:r>
            <a:r>
              <a:rPr lang="en-US" dirty="0"/>
              <a:t> ho.</a:t>
            </a:r>
          </a:p>
          <a:p>
            <a:r>
              <a:rPr lang="en-US" dirty="0" err="1"/>
              <a:t>Isse</a:t>
            </a:r>
            <a:r>
              <a:rPr lang="en-US" dirty="0"/>
              <a:t> </a:t>
            </a:r>
            <a:r>
              <a:rPr lang="en-US" dirty="0" err="1"/>
              <a:t>aap</a:t>
            </a:r>
            <a:r>
              <a:rPr lang="en-US" dirty="0"/>
              <a:t> </a:t>
            </a:r>
            <a:r>
              <a:rPr lang="en-US" dirty="0" err="1"/>
              <a:t>apni</a:t>
            </a:r>
            <a:r>
              <a:rPr lang="en-US" dirty="0"/>
              <a:t> team </a:t>
            </a:r>
            <a:r>
              <a:rPr lang="en-US" dirty="0" err="1"/>
              <a:t>ya</a:t>
            </a:r>
            <a:r>
              <a:rPr lang="en-US" dirty="0"/>
              <a:t> organization </a:t>
            </a:r>
            <a:r>
              <a:rPr lang="en-US" dirty="0" err="1"/>
              <a:t>ke</a:t>
            </a:r>
            <a:r>
              <a:rPr lang="en-US" dirty="0"/>
              <a:t> </a:t>
            </a:r>
            <a:r>
              <a:rPr lang="en-US" dirty="0" err="1"/>
              <a:t>saath</a:t>
            </a:r>
            <a:r>
              <a:rPr lang="en-US" dirty="0"/>
              <a:t> reports share </a:t>
            </a:r>
            <a:r>
              <a:rPr lang="en-US" dirty="0" err="1"/>
              <a:t>kar</a:t>
            </a:r>
            <a:r>
              <a:rPr lang="en-US" dirty="0"/>
              <a:t> </a:t>
            </a:r>
            <a:r>
              <a:rPr lang="en-US" dirty="0" err="1"/>
              <a:t>sakte</a:t>
            </a:r>
            <a:r>
              <a:rPr lang="en-US" dirty="0"/>
              <a:t> ho.</a:t>
            </a:r>
          </a:p>
          <a:p>
            <a:r>
              <a:rPr lang="en-US" dirty="0" err="1"/>
              <a:t>Isme</a:t>
            </a:r>
            <a:r>
              <a:rPr lang="en-US" dirty="0"/>
              <a:t> real-time dashboards </a:t>
            </a:r>
            <a:r>
              <a:rPr lang="en-US" dirty="0" err="1"/>
              <a:t>banate</a:t>
            </a:r>
            <a:r>
              <a:rPr lang="en-US" dirty="0"/>
              <a:t> </a:t>
            </a:r>
            <a:r>
              <a:rPr lang="en-US" dirty="0" err="1"/>
              <a:t>hain</a:t>
            </a:r>
            <a:r>
              <a:rPr lang="en-US" dirty="0"/>
              <a:t> jo automatic update </a:t>
            </a:r>
            <a:r>
              <a:rPr lang="en-US" dirty="0" err="1"/>
              <a:t>hote</a:t>
            </a:r>
            <a:r>
              <a:rPr lang="en-US" dirty="0"/>
              <a:t> </a:t>
            </a:r>
            <a:r>
              <a:rPr lang="en-US" dirty="0" err="1"/>
              <a:t>rehte</a:t>
            </a:r>
            <a:r>
              <a:rPr lang="en-US" dirty="0"/>
              <a:t> </a:t>
            </a:r>
            <a:r>
              <a:rPr lang="en-US" dirty="0" err="1"/>
              <a:t>hain</a:t>
            </a:r>
            <a:r>
              <a:rPr lang="en-US" dirty="0"/>
              <a:t> jab data source update </a:t>
            </a:r>
            <a:r>
              <a:rPr lang="en-US" dirty="0" err="1"/>
              <a:t>hota</a:t>
            </a:r>
            <a:r>
              <a:rPr lang="en-US" dirty="0"/>
              <a:t> </a:t>
            </a:r>
            <a:r>
              <a:rPr lang="en-US" dirty="0" err="1"/>
              <a:t>hai</a:t>
            </a:r>
            <a:r>
              <a:rPr lang="en-US" dirty="0"/>
              <a:t>.</a:t>
            </a:r>
          </a:p>
          <a:p>
            <a:r>
              <a:rPr lang="en-US" dirty="0"/>
              <a:t>Mobile app </a:t>
            </a:r>
            <a:r>
              <a:rPr lang="en-US" dirty="0" err="1"/>
              <a:t>ke</a:t>
            </a:r>
            <a:r>
              <a:rPr lang="en-US" dirty="0"/>
              <a:t> through </a:t>
            </a:r>
            <a:r>
              <a:rPr lang="en-US" dirty="0" err="1"/>
              <a:t>bhi</a:t>
            </a:r>
            <a:r>
              <a:rPr lang="en-US" dirty="0"/>
              <a:t> reports access </a:t>
            </a:r>
            <a:r>
              <a:rPr lang="en-US" dirty="0" err="1"/>
              <a:t>kiye</a:t>
            </a:r>
            <a:r>
              <a:rPr lang="en-US" dirty="0"/>
              <a:t> ja </a:t>
            </a:r>
            <a:r>
              <a:rPr lang="en-US" dirty="0" err="1"/>
              <a:t>sakte</a:t>
            </a:r>
            <a:r>
              <a:rPr lang="en-US" dirty="0"/>
              <a:t> </a:t>
            </a:r>
            <a:r>
              <a:rPr lang="en-US" dirty="0" err="1"/>
              <a:t>hain</a:t>
            </a:r>
            <a:r>
              <a:rPr lang="en-US" dirty="0"/>
              <a:t>.</a:t>
            </a:r>
          </a:p>
          <a:p>
            <a:r>
              <a:rPr lang="en-US" dirty="0"/>
              <a:t>📌 Example: Agar </a:t>
            </a:r>
            <a:r>
              <a:rPr lang="en-US" dirty="0" err="1"/>
              <a:t>aapne</a:t>
            </a:r>
            <a:r>
              <a:rPr lang="en-US" dirty="0"/>
              <a:t> </a:t>
            </a:r>
            <a:r>
              <a:rPr lang="en-US" dirty="0" err="1"/>
              <a:t>ek</a:t>
            </a:r>
            <a:r>
              <a:rPr lang="en-US" dirty="0"/>
              <a:t> Sales Dashboard </a:t>
            </a:r>
            <a:r>
              <a:rPr lang="en-US" dirty="0" err="1"/>
              <a:t>banaya</a:t>
            </a:r>
            <a:r>
              <a:rPr lang="en-US" dirty="0"/>
              <a:t> </a:t>
            </a:r>
            <a:r>
              <a:rPr lang="en-US" dirty="0" err="1"/>
              <a:t>hai</a:t>
            </a:r>
            <a:r>
              <a:rPr lang="en-US" dirty="0"/>
              <a:t> aur </a:t>
            </a:r>
            <a:r>
              <a:rPr lang="en-US" dirty="0" err="1"/>
              <a:t>usse</a:t>
            </a:r>
            <a:r>
              <a:rPr lang="en-US" dirty="0"/>
              <a:t> </a:t>
            </a:r>
            <a:r>
              <a:rPr lang="en-US" dirty="0" err="1"/>
              <a:t>apni</a:t>
            </a:r>
            <a:r>
              <a:rPr lang="en-US" dirty="0"/>
              <a:t> company </a:t>
            </a:r>
            <a:r>
              <a:rPr lang="en-US" dirty="0" err="1"/>
              <a:t>ke</a:t>
            </a:r>
            <a:r>
              <a:rPr lang="en-US" dirty="0"/>
              <a:t> management </a:t>
            </a:r>
            <a:r>
              <a:rPr lang="en-US" dirty="0" err="1"/>
              <a:t>ke</a:t>
            </a:r>
            <a:r>
              <a:rPr lang="en-US" dirty="0"/>
              <a:t> </a:t>
            </a:r>
            <a:r>
              <a:rPr lang="en-US" dirty="0" err="1"/>
              <a:t>sath</a:t>
            </a:r>
            <a:r>
              <a:rPr lang="en-US" dirty="0"/>
              <a:t> share </a:t>
            </a:r>
            <a:r>
              <a:rPr lang="en-US" dirty="0" err="1"/>
              <a:t>karna</a:t>
            </a:r>
            <a:r>
              <a:rPr lang="en-US" dirty="0"/>
              <a:t> </a:t>
            </a:r>
            <a:r>
              <a:rPr lang="en-US" dirty="0" err="1"/>
              <a:t>hai</a:t>
            </a:r>
            <a:r>
              <a:rPr lang="en-US" dirty="0"/>
              <a:t>, to </a:t>
            </a:r>
            <a:r>
              <a:rPr lang="en-US" dirty="0" err="1"/>
              <a:t>aap</a:t>
            </a:r>
            <a:r>
              <a:rPr lang="en-US" dirty="0"/>
              <a:t> </a:t>
            </a:r>
            <a:r>
              <a:rPr lang="en-US" dirty="0" err="1"/>
              <a:t>usse</a:t>
            </a:r>
            <a:r>
              <a:rPr lang="en-US" dirty="0"/>
              <a:t> Power BI Service par publish </a:t>
            </a:r>
            <a:r>
              <a:rPr lang="en-US" dirty="0" err="1"/>
              <a:t>karke</a:t>
            </a:r>
            <a:r>
              <a:rPr lang="en-US" dirty="0"/>
              <a:t> access de doge.</a:t>
            </a:r>
          </a:p>
          <a:p>
            <a:endParaRPr lang="en-US" dirty="0"/>
          </a:p>
        </p:txBody>
      </p:sp>
    </p:spTree>
    <p:extLst>
      <p:ext uri="{BB962C8B-B14F-4D97-AF65-F5344CB8AC3E}">
        <p14:creationId xmlns:p14="http://schemas.microsoft.com/office/powerpoint/2010/main" val="3926485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2CF79-A947-47F3-ACE6-BA0AA10D44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1798EA-5691-450A-9F57-ACAB4268D1CA}"/>
              </a:ext>
            </a:extLst>
          </p:cNvPr>
          <p:cNvSpPr>
            <a:spLocks noGrp="1"/>
          </p:cNvSpPr>
          <p:nvPr>
            <p:ph idx="1"/>
          </p:nvPr>
        </p:nvSpPr>
        <p:spPr/>
        <p:txBody>
          <a:bodyPr/>
          <a:lstStyle/>
          <a:p>
            <a:r>
              <a:rPr lang="en-US" b="1" dirty="0"/>
              <a:t>Power Query</a:t>
            </a:r>
            <a:r>
              <a:rPr lang="en-US" dirty="0"/>
              <a:t> = Data clean &amp; prepare</a:t>
            </a:r>
          </a:p>
          <a:p>
            <a:r>
              <a:rPr lang="en-US" b="1" dirty="0"/>
              <a:t>Power Pivot</a:t>
            </a:r>
            <a:r>
              <a:rPr lang="en-US" dirty="0"/>
              <a:t> = Data model &amp; calculations</a:t>
            </a:r>
          </a:p>
          <a:p>
            <a:r>
              <a:rPr lang="en-US" b="1" dirty="0"/>
              <a:t>Power View/Map</a:t>
            </a:r>
            <a:r>
              <a:rPr lang="en-US" dirty="0"/>
              <a:t> = Data visualization</a:t>
            </a:r>
          </a:p>
          <a:p>
            <a:r>
              <a:rPr lang="en-US" b="1" dirty="0"/>
              <a:t>Power BI Service</a:t>
            </a:r>
            <a:r>
              <a:rPr lang="en-US" dirty="0"/>
              <a:t> = Publish &amp; share</a:t>
            </a:r>
          </a:p>
          <a:p>
            <a:endParaRPr lang="en-US" dirty="0"/>
          </a:p>
        </p:txBody>
      </p:sp>
    </p:spTree>
    <p:extLst>
      <p:ext uri="{BB962C8B-B14F-4D97-AF65-F5344CB8AC3E}">
        <p14:creationId xmlns:p14="http://schemas.microsoft.com/office/powerpoint/2010/main" val="3791651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562E3-C813-4B33-95EE-DCEDB422B490}"/>
              </a:ext>
            </a:extLst>
          </p:cNvPr>
          <p:cNvSpPr>
            <a:spLocks noGrp="1"/>
          </p:cNvSpPr>
          <p:nvPr>
            <p:ph type="title"/>
          </p:nvPr>
        </p:nvSpPr>
        <p:spPr>
          <a:xfrm>
            <a:off x="838200" y="271328"/>
            <a:ext cx="10515600" cy="409709"/>
          </a:xfrm>
        </p:spPr>
        <p:txBody>
          <a:bodyPr>
            <a:normAutofit fontScale="90000"/>
          </a:bodyPr>
          <a:lstStyle/>
          <a:p>
            <a:r>
              <a:rPr lang="en-US" b="1" dirty="0">
                <a:solidFill>
                  <a:srgbClr val="FF0000"/>
                </a:solidFill>
              </a:rPr>
              <a:t>Power BI</a:t>
            </a:r>
          </a:p>
        </p:txBody>
      </p:sp>
      <p:sp>
        <p:nvSpPr>
          <p:cNvPr id="3" name="Content Placeholder 2">
            <a:extLst>
              <a:ext uri="{FF2B5EF4-FFF2-40B4-BE49-F238E27FC236}">
                <a16:creationId xmlns:a16="http://schemas.microsoft.com/office/drawing/2014/main" id="{B7343ABF-1640-485D-A953-94DA2BB6BE46}"/>
              </a:ext>
            </a:extLst>
          </p:cNvPr>
          <p:cNvSpPr>
            <a:spLocks noGrp="1"/>
          </p:cNvSpPr>
          <p:nvPr>
            <p:ph idx="1"/>
          </p:nvPr>
        </p:nvSpPr>
        <p:spPr>
          <a:xfrm>
            <a:off x="838199" y="899962"/>
            <a:ext cx="10798743" cy="5686710"/>
          </a:xfrm>
        </p:spPr>
        <p:txBody>
          <a:bodyPr>
            <a:normAutofit fontScale="85000" lnSpcReduction="20000"/>
          </a:bodyPr>
          <a:lstStyle/>
          <a:p>
            <a:pPr marL="0" indent="0">
              <a:buNone/>
            </a:pPr>
            <a:r>
              <a:rPr lang="en-US" b="1" dirty="0"/>
              <a:t>Power BI raw data ko analyze </a:t>
            </a:r>
            <a:r>
              <a:rPr lang="en-US" b="1" dirty="0" err="1"/>
              <a:t>karke</a:t>
            </a:r>
            <a:r>
              <a:rPr lang="en-US" b="1" dirty="0"/>
              <a:t> </a:t>
            </a:r>
            <a:r>
              <a:rPr lang="en-US" b="1" dirty="0" err="1"/>
              <a:t>usse</a:t>
            </a:r>
            <a:r>
              <a:rPr lang="en-US" b="1" dirty="0"/>
              <a:t> interactive charts, reports aur dashboards </a:t>
            </a:r>
            <a:r>
              <a:rPr lang="en-US" b="1" dirty="0" err="1"/>
              <a:t>mein</a:t>
            </a:r>
            <a:r>
              <a:rPr lang="en-US" b="1" dirty="0"/>
              <a:t> convert </a:t>
            </a:r>
            <a:r>
              <a:rPr lang="en-US" b="1" dirty="0" err="1"/>
              <a:t>karta</a:t>
            </a:r>
            <a:r>
              <a:rPr lang="en-US" b="1" dirty="0"/>
              <a:t> </a:t>
            </a:r>
            <a:r>
              <a:rPr lang="en-US" b="1" dirty="0" err="1"/>
              <a:t>hai</a:t>
            </a:r>
            <a:r>
              <a:rPr lang="en-US" b="1" dirty="0"/>
              <a:t>.</a:t>
            </a:r>
          </a:p>
          <a:p>
            <a:pPr marL="0" indent="0">
              <a:buNone/>
            </a:pPr>
            <a:r>
              <a:rPr lang="en-US" b="1" dirty="0"/>
              <a:t>Example:</a:t>
            </a:r>
          </a:p>
          <a:p>
            <a:pPr marL="0" indent="0">
              <a:buNone/>
            </a:pPr>
            <a:endParaRPr lang="en-US" b="1" dirty="0"/>
          </a:p>
          <a:p>
            <a:pPr marL="0" indent="0">
              <a:buNone/>
            </a:pPr>
            <a:r>
              <a:rPr lang="en-US" b="1" dirty="0">
                <a:solidFill>
                  <a:srgbClr val="00B0F0"/>
                </a:solidFill>
              </a:rPr>
              <a:t>Agar company </a:t>
            </a:r>
            <a:r>
              <a:rPr lang="en-US" b="1" dirty="0" err="1">
                <a:solidFill>
                  <a:srgbClr val="00B0F0"/>
                </a:solidFill>
              </a:rPr>
              <a:t>ke</a:t>
            </a:r>
            <a:r>
              <a:rPr lang="en-US" b="1" dirty="0">
                <a:solidFill>
                  <a:srgbClr val="00B0F0"/>
                </a:solidFill>
              </a:rPr>
              <a:t> </a:t>
            </a:r>
            <a:r>
              <a:rPr lang="en-US" b="1" dirty="0" err="1">
                <a:solidFill>
                  <a:srgbClr val="00B0F0"/>
                </a:solidFill>
              </a:rPr>
              <a:t>paas</a:t>
            </a:r>
            <a:r>
              <a:rPr lang="en-US" b="1" dirty="0">
                <a:solidFill>
                  <a:srgbClr val="00B0F0"/>
                </a:solidFill>
              </a:rPr>
              <a:t> sales ka data </a:t>
            </a:r>
            <a:r>
              <a:rPr lang="en-US" b="1" dirty="0" err="1">
                <a:solidFill>
                  <a:srgbClr val="00B0F0"/>
                </a:solidFill>
              </a:rPr>
              <a:t>hai</a:t>
            </a:r>
            <a:r>
              <a:rPr lang="en-US" b="1" dirty="0">
                <a:solidFill>
                  <a:srgbClr val="00B0F0"/>
                </a:solidFill>
              </a:rPr>
              <a:t>:</a:t>
            </a:r>
          </a:p>
          <a:p>
            <a:pPr marL="0" indent="0">
              <a:buNone/>
            </a:pPr>
            <a:r>
              <a:rPr lang="en-US" b="1" dirty="0"/>
              <a:t>January → ₹50,000 </a:t>
            </a:r>
          </a:p>
          <a:p>
            <a:pPr marL="0" indent="0">
              <a:buNone/>
            </a:pPr>
            <a:r>
              <a:rPr lang="en-US" b="1" dirty="0"/>
              <a:t>February → ₹70,000 </a:t>
            </a:r>
          </a:p>
          <a:p>
            <a:pPr marL="0" indent="0">
              <a:buNone/>
            </a:pPr>
            <a:r>
              <a:rPr lang="en-US" b="1" dirty="0"/>
              <a:t>March → ₹90,000 </a:t>
            </a:r>
          </a:p>
          <a:p>
            <a:pPr marL="0" indent="0">
              <a:buNone/>
            </a:pPr>
            <a:endParaRPr lang="en-US" b="1" dirty="0"/>
          </a:p>
          <a:p>
            <a:pPr marL="0" indent="0">
              <a:buNone/>
            </a:pPr>
            <a:r>
              <a:rPr lang="en-US" b="1" dirty="0">
                <a:solidFill>
                  <a:srgbClr val="00B0F0"/>
                </a:solidFill>
              </a:rPr>
              <a:t>Power BI se hum </a:t>
            </a:r>
            <a:r>
              <a:rPr lang="en-US" b="1" dirty="0" err="1">
                <a:solidFill>
                  <a:srgbClr val="00B0F0"/>
                </a:solidFill>
              </a:rPr>
              <a:t>dekh</a:t>
            </a:r>
            <a:r>
              <a:rPr lang="en-US" b="1" dirty="0">
                <a:solidFill>
                  <a:srgbClr val="00B0F0"/>
                </a:solidFill>
              </a:rPr>
              <a:t> </a:t>
            </a:r>
            <a:r>
              <a:rPr lang="en-US" b="1" dirty="0" err="1">
                <a:solidFill>
                  <a:srgbClr val="00B0F0"/>
                </a:solidFill>
              </a:rPr>
              <a:t>sakte</a:t>
            </a:r>
            <a:r>
              <a:rPr lang="en-US" b="1" dirty="0">
                <a:solidFill>
                  <a:srgbClr val="00B0F0"/>
                </a:solidFill>
              </a:rPr>
              <a:t> </a:t>
            </a:r>
            <a:r>
              <a:rPr lang="en-US" b="1" dirty="0" err="1">
                <a:solidFill>
                  <a:srgbClr val="00B0F0"/>
                </a:solidFill>
              </a:rPr>
              <a:t>hain</a:t>
            </a:r>
            <a:r>
              <a:rPr lang="en-US" b="1" dirty="0">
                <a:solidFill>
                  <a:srgbClr val="00B0F0"/>
                </a:solidFill>
              </a:rPr>
              <a:t>:</a:t>
            </a:r>
          </a:p>
          <a:p>
            <a:pPr marL="0" indent="0">
              <a:buNone/>
            </a:pPr>
            <a:r>
              <a:rPr lang="en-US" b="1" dirty="0"/>
              <a:t>📊 </a:t>
            </a:r>
            <a:r>
              <a:rPr lang="en-US" b="1" dirty="0" err="1"/>
              <a:t>Kis</a:t>
            </a:r>
            <a:r>
              <a:rPr lang="en-US" b="1" dirty="0"/>
              <a:t> month </a:t>
            </a:r>
            <a:r>
              <a:rPr lang="en-US" b="1" dirty="0" err="1"/>
              <a:t>mein</a:t>
            </a:r>
            <a:r>
              <a:rPr lang="en-US" b="1" dirty="0"/>
              <a:t> sales </a:t>
            </a:r>
            <a:r>
              <a:rPr lang="en-US" b="1" dirty="0" err="1"/>
              <a:t>zyada</a:t>
            </a:r>
            <a:r>
              <a:rPr lang="en-US" b="1" dirty="0"/>
              <a:t> hui </a:t>
            </a:r>
          </a:p>
          <a:p>
            <a:pPr marL="0" indent="0">
              <a:buNone/>
            </a:pPr>
            <a:r>
              <a:rPr lang="en-US" b="1" dirty="0"/>
              <a:t>📈 Sales growth </a:t>
            </a:r>
            <a:r>
              <a:rPr lang="en-US" b="1" dirty="0" err="1"/>
              <a:t>kitni</a:t>
            </a:r>
            <a:r>
              <a:rPr lang="en-US" b="1" dirty="0"/>
              <a:t> </a:t>
            </a:r>
            <a:r>
              <a:rPr lang="en-US" b="1" dirty="0" err="1"/>
              <a:t>hai</a:t>
            </a:r>
            <a:r>
              <a:rPr lang="en-US" b="1" dirty="0"/>
              <a:t> </a:t>
            </a:r>
          </a:p>
          <a:p>
            <a:pPr marL="0" indent="0">
              <a:buNone/>
            </a:pPr>
            <a:r>
              <a:rPr lang="en-US" b="1" dirty="0"/>
              <a:t>🏆 </a:t>
            </a:r>
            <a:r>
              <a:rPr lang="en-US" b="1" dirty="0" err="1"/>
              <a:t>Kaunsa</a:t>
            </a:r>
            <a:r>
              <a:rPr lang="en-US" b="1" dirty="0"/>
              <a:t> product </a:t>
            </a:r>
            <a:r>
              <a:rPr lang="en-US" b="1" dirty="0" err="1"/>
              <a:t>sabse</a:t>
            </a:r>
            <a:r>
              <a:rPr lang="en-US" b="1" dirty="0"/>
              <a:t> </a:t>
            </a:r>
            <a:r>
              <a:rPr lang="en-US" b="1" dirty="0" err="1"/>
              <a:t>zyada</a:t>
            </a:r>
            <a:r>
              <a:rPr lang="en-US" b="1" dirty="0"/>
              <a:t> sell </a:t>
            </a:r>
            <a:r>
              <a:rPr lang="en-US" b="1" dirty="0" err="1"/>
              <a:t>hua</a:t>
            </a:r>
            <a:r>
              <a:rPr lang="en-US" b="1" dirty="0"/>
              <a:t> </a:t>
            </a:r>
          </a:p>
          <a:p>
            <a:pPr marL="0" indent="0">
              <a:buNone/>
            </a:pPr>
            <a:r>
              <a:rPr lang="en-US" b="1" dirty="0"/>
              <a:t>🔍 Different filters </a:t>
            </a:r>
            <a:r>
              <a:rPr lang="en-US" b="1" dirty="0" err="1"/>
              <a:t>laga</a:t>
            </a:r>
            <a:r>
              <a:rPr lang="en-US" b="1" dirty="0"/>
              <a:t> </a:t>
            </a:r>
            <a:r>
              <a:rPr lang="en-US" b="1" dirty="0" err="1"/>
              <a:t>kar</a:t>
            </a:r>
            <a:r>
              <a:rPr lang="en-US" b="1" dirty="0"/>
              <a:t> data analyze </a:t>
            </a:r>
            <a:r>
              <a:rPr lang="en-US" b="1" dirty="0" err="1"/>
              <a:t>karna</a:t>
            </a:r>
            <a:r>
              <a:rPr lang="en-US" b="1" dirty="0"/>
              <a:t> </a:t>
            </a:r>
          </a:p>
          <a:p>
            <a:pPr marL="0" indent="0">
              <a:buNone/>
            </a:pPr>
            <a:r>
              <a:rPr lang="en-US" b="1" dirty="0"/>
              <a:t>📋 Interactive dashboard banana</a:t>
            </a:r>
          </a:p>
          <a:p>
            <a:pPr marL="0" indent="0">
              <a:buNone/>
            </a:pPr>
            <a:endParaRPr lang="en-US" dirty="0"/>
          </a:p>
        </p:txBody>
      </p:sp>
    </p:spTree>
    <p:extLst>
      <p:ext uri="{BB962C8B-B14F-4D97-AF65-F5344CB8AC3E}">
        <p14:creationId xmlns:p14="http://schemas.microsoft.com/office/powerpoint/2010/main" val="1586267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504F3-A26F-4322-855E-8447AB39CD4C}"/>
              </a:ext>
            </a:extLst>
          </p:cNvPr>
          <p:cNvSpPr>
            <a:spLocks noGrp="1"/>
          </p:cNvSpPr>
          <p:nvPr>
            <p:ph type="title"/>
          </p:nvPr>
        </p:nvSpPr>
        <p:spPr/>
        <p:txBody>
          <a:bodyPr/>
          <a:lstStyle/>
          <a:p>
            <a:r>
              <a:rPr lang="en-US" dirty="0"/>
              <a:t>Ribbon</a:t>
            </a:r>
            <a:r>
              <a:rPr lang="hi-IN" dirty="0"/>
              <a:t>रिबन चार्ट </a:t>
            </a:r>
            <a:endParaRPr lang="en-US" dirty="0"/>
          </a:p>
        </p:txBody>
      </p:sp>
      <p:pic>
        <p:nvPicPr>
          <p:cNvPr id="5" name="Content Placeholder 4">
            <a:extLst>
              <a:ext uri="{FF2B5EF4-FFF2-40B4-BE49-F238E27FC236}">
                <a16:creationId xmlns:a16="http://schemas.microsoft.com/office/drawing/2014/main" id="{CD1D1057-0C27-4362-9081-A581E130D964}"/>
              </a:ext>
            </a:extLst>
          </p:cNvPr>
          <p:cNvPicPr>
            <a:picLocks noGrp="1" noChangeAspect="1"/>
          </p:cNvPicPr>
          <p:nvPr>
            <p:ph idx="1"/>
          </p:nvPr>
        </p:nvPicPr>
        <p:blipFill>
          <a:blip r:embed="rId2"/>
          <a:stretch>
            <a:fillRect/>
          </a:stretch>
        </p:blipFill>
        <p:spPr>
          <a:xfrm>
            <a:off x="636070" y="1690688"/>
            <a:ext cx="10515600" cy="1027716"/>
          </a:xfrm>
        </p:spPr>
      </p:pic>
    </p:spTree>
    <p:extLst>
      <p:ext uri="{BB962C8B-B14F-4D97-AF65-F5344CB8AC3E}">
        <p14:creationId xmlns:p14="http://schemas.microsoft.com/office/powerpoint/2010/main" val="588877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1DDD4-74FD-41B4-B474-11D96B73DB68}"/>
              </a:ext>
            </a:extLst>
          </p:cNvPr>
          <p:cNvSpPr>
            <a:spLocks noGrp="1"/>
          </p:cNvSpPr>
          <p:nvPr>
            <p:ph type="title"/>
          </p:nvPr>
        </p:nvSpPr>
        <p:spPr/>
        <p:txBody>
          <a:bodyPr/>
          <a:lstStyle/>
          <a:p>
            <a:r>
              <a:rPr lang="en-US" dirty="0"/>
              <a:t>Model </a:t>
            </a:r>
          </a:p>
        </p:txBody>
      </p:sp>
      <p:sp>
        <p:nvSpPr>
          <p:cNvPr id="3" name="Content Placeholder 2">
            <a:extLst>
              <a:ext uri="{FF2B5EF4-FFF2-40B4-BE49-F238E27FC236}">
                <a16:creationId xmlns:a16="http://schemas.microsoft.com/office/drawing/2014/main" id="{6305229A-EE3A-4724-AD83-9331360B2D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504908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1036</Words>
  <Application>Microsoft Office PowerPoint</Application>
  <PresentationFormat>Widescreen</PresentationFormat>
  <Paragraphs>73</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 Bi</vt:lpstr>
      <vt:lpstr>Power bi</vt:lpstr>
      <vt:lpstr>PowerPoint Presentation</vt:lpstr>
      <vt:lpstr>Power BI kya hai?</vt:lpstr>
      <vt:lpstr>Power BI kin-kin data sources se connect ho sakta hai?</vt:lpstr>
      <vt:lpstr>Power BI ke main components kaun se hain?</vt:lpstr>
      <vt:lpstr>Power BI ke benefits kya hain?</vt:lpstr>
      <vt:lpstr>Power BI aur Excel me kya difference hai?</vt:lpstr>
      <vt:lpstr>Project Start (Import Data)</vt:lpstr>
      <vt:lpstr>1. Power Query → Data Cleaning &amp; Transformation ke liye </vt:lpstr>
      <vt:lpstr>2. Power Pivot → Data Modeling &amp; Calculations ke liye</vt:lpstr>
      <vt:lpstr>Power View &amp; Power Map → Data Visualization ke liye</vt:lpstr>
      <vt:lpstr>4. Power BI Service → Reports ko Publish &amp; Share karne ke liye</vt:lpstr>
      <vt:lpstr>PowerPoint Presentation</vt:lpstr>
      <vt:lpstr>Power BI</vt:lpstr>
      <vt:lpstr>Ribbonरिबन चार्ट </vt:lpstr>
      <vt:lpstr>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dc:title>
  <dc:creator>pninfosys comapny</dc:creator>
  <cp:lastModifiedBy>pninfosys comapny</cp:lastModifiedBy>
  <cp:revision>1</cp:revision>
  <dcterms:created xsi:type="dcterms:W3CDTF">2026-09-12T05:23:48Z</dcterms:created>
  <dcterms:modified xsi:type="dcterms:W3CDTF">2026-09-15T11:45:31Z</dcterms:modified>
</cp:coreProperties>
</file>